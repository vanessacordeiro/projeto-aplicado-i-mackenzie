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7DF55-1F9F-4A40-AEBD-EBA36AE261A7}" type="doc">
      <dgm:prSet loTypeId="urn:microsoft.com/office/officeart/2024/3/layout/hArc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1D2DDA5-0450-4B95-B94F-26891AEA37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DAVID WILDSON GONÇALVES SANTOS</a:t>
          </a:r>
        </a:p>
        <a:p>
          <a:pPr>
            <a:lnSpc>
              <a:spcPct val="100000"/>
            </a:lnSpc>
          </a:pPr>
          <a:r>
            <a:rPr lang="pt-BR" dirty="0"/>
            <a:t>HENRIQUE MACHADO BARBOSA</a:t>
          </a:r>
          <a:endParaRPr lang="en-US" dirty="0"/>
        </a:p>
      </dgm:t>
    </dgm:pt>
    <dgm:pt modelId="{007E8C6D-9A4B-44EA-8E8F-F0DA19B9996C}" type="parTrans" cxnId="{F29C8201-CB10-48A1-B697-70EC5CADB6C6}">
      <dgm:prSet/>
      <dgm:spPr/>
      <dgm:t>
        <a:bodyPr/>
        <a:lstStyle/>
        <a:p>
          <a:endParaRPr lang="en-US"/>
        </a:p>
      </dgm:t>
    </dgm:pt>
    <dgm:pt modelId="{5841D245-7B87-4BAB-9774-D0333E9A9213}" type="sibTrans" cxnId="{F29C8201-CB10-48A1-B697-70EC5CADB6C6}">
      <dgm:prSet/>
      <dgm:spPr/>
      <dgm:t>
        <a:bodyPr/>
        <a:lstStyle/>
        <a:p>
          <a:endParaRPr lang="en-US"/>
        </a:p>
      </dgm:t>
    </dgm:pt>
    <dgm:pt modelId="{AC8FE4D7-7CFF-46FA-A46E-581D6D6132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10744094</a:t>
          </a:r>
        </a:p>
        <a:p>
          <a:pPr>
            <a:lnSpc>
              <a:spcPct val="100000"/>
            </a:lnSpc>
          </a:pPr>
          <a:r>
            <a:rPr lang="pt-BR" dirty="0"/>
            <a:t>10747413</a:t>
          </a:r>
        </a:p>
        <a:p>
          <a:pPr>
            <a:lnSpc>
              <a:spcPct val="100000"/>
            </a:lnSpc>
          </a:pPr>
          <a:r>
            <a:rPr lang="pt-BR" dirty="0"/>
            <a:t>10746600</a:t>
          </a:r>
        </a:p>
        <a:p>
          <a:pPr>
            <a:lnSpc>
              <a:spcPct val="100000"/>
            </a:lnSpc>
          </a:pPr>
          <a:r>
            <a:rPr lang="pt-BR" dirty="0"/>
            <a:t>10415118</a:t>
          </a:r>
          <a:endParaRPr lang="en-US" dirty="0"/>
        </a:p>
      </dgm:t>
    </dgm:pt>
    <dgm:pt modelId="{E5E71859-4A26-4BCB-84F3-6897ABC94629}" type="parTrans" cxnId="{773B297C-1947-4619-9B61-28DCD87221ED}">
      <dgm:prSet/>
      <dgm:spPr/>
      <dgm:t>
        <a:bodyPr/>
        <a:lstStyle/>
        <a:p>
          <a:endParaRPr lang="en-US"/>
        </a:p>
      </dgm:t>
    </dgm:pt>
    <dgm:pt modelId="{EFD53A84-ED1C-470A-A0C9-D136411D9C91}" type="sibTrans" cxnId="{773B297C-1947-4619-9B61-28DCD87221ED}">
      <dgm:prSet/>
      <dgm:spPr/>
      <dgm:t>
        <a:bodyPr/>
        <a:lstStyle/>
        <a:p>
          <a:endParaRPr lang="en-US"/>
        </a:p>
      </dgm:t>
    </dgm:pt>
    <dgm:pt modelId="{B59E799F-6E96-4728-9A94-DF4B0B3EE49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10744094@mackenzista.com.br</a:t>
          </a:r>
          <a:endParaRPr lang="en-US" dirty="0"/>
        </a:p>
      </dgm:t>
    </dgm:pt>
    <dgm:pt modelId="{F8033A5C-C6B9-4757-9C51-A688B82733BB}" type="parTrans" cxnId="{6AB0D329-1B0B-4A28-8331-8A09FCD9BD05}">
      <dgm:prSet/>
      <dgm:spPr/>
      <dgm:t>
        <a:bodyPr/>
        <a:lstStyle/>
        <a:p>
          <a:endParaRPr lang="en-US"/>
        </a:p>
      </dgm:t>
    </dgm:pt>
    <dgm:pt modelId="{0A947E9C-ACB9-4B6A-B168-B33E375BD064}" type="sibTrans" cxnId="{6AB0D329-1B0B-4A28-8331-8A09FCD9BD05}">
      <dgm:prSet/>
      <dgm:spPr/>
      <dgm:t>
        <a:bodyPr/>
        <a:lstStyle/>
        <a:p>
          <a:endParaRPr lang="en-US"/>
        </a:p>
      </dgm:t>
    </dgm:pt>
    <dgm:pt modelId="{A0F296D0-7BCF-48ED-9B14-CE04F4A46E0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E-MAIL</a:t>
          </a:r>
        </a:p>
      </dgm:t>
    </dgm:pt>
    <dgm:pt modelId="{81CF4164-E83A-41BF-A569-2402CE08CFA5}" type="sibTrans" cxnId="{097E7387-6807-4E9C-A26A-B31FBAA2E439}">
      <dgm:prSet/>
      <dgm:spPr/>
      <dgm:t>
        <a:bodyPr/>
        <a:lstStyle/>
        <a:p>
          <a:endParaRPr lang="en-US"/>
        </a:p>
      </dgm:t>
    </dgm:pt>
    <dgm:pt modelId="{35D83CE5-A710-41BE-ADF9-2ACE929086F6}" type="parTrans" cxnId="{097E7387-6807-4E9C-A26A-B31FBAA2E439}">
      <dgm:prSet/>
      <dgm:spPr/>
      <dgm:t>
        <a:bodyPr/>
        <a:lstStyle/>
        <a:p>
          <a:endParaRPr lang="en-US"/>
        </a:p>
      </dgm:t>
    </dgm:pt>
    <dgm:pt modelId="{64178C91-094F-4391-8B5A-E9DE1459E9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RA</a:t>
          </a:r>
        </a:p>
      </dgm:t>
    </dgm:pt>
    <dgm:pt modelId="{8EEECA7B-0D88-4E38-9930-108A7E19626B}" type="sibTrans" cxnId="{2D125883-6ADB-470D-A377-16C64C89CE4E}">
      <dgm:prSet/>
      <dgm:spPr/>
      <dgm:t>
        <a:bodyPr/>
        <a:lstStyle/>
        <a:p>
          <a:endParaRPr lang="en-US"/>
        </a:p>
      </dgm:t>
    </dgm:pt>
    <dgm:pt modelId="{13DC705D-7119-473B-B03A-1C185CBC25E3}" type="parTrans" cxnId="{2D125883-6ADB-470D-A377-16C64C89CE4E}">
      <dgm:prSet/>
      <dgm:spPr/>
      <dgm:t>
        <a:bodyPr/>
        <a:lstStyle/>
        <a:p>
          <a:endParaRPr lang="en-US"/>
        </a:p>
      </dgm:t>
    </dgm:pt>
    <dgm:pt modelId="{F6398AA0-CF68-4933-A2F1-844F924CFF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NOME</a:t>
          </a:r>
        </a:p>
      </dgm:t>
    </dgm:pt>
    <dgm:pt modelId="{E7329790-EA24-4DF4-96D7-00A7B4CA2275}" type="sibTrans" cxnId="{E67EEB60-1282-4D5E-ADF5-58B1356BD371}">
      <dgm:prSet/>
      <dgm:spPr/>
      <dgm:t>
        <a:bodyPr/>
        <a:lstStyle/>
        <a:p>
          <a:endParaRPr lang="en-US"/>
        </a:p>
      </dgm:t>
    </dgm:pt>
    <dgm:pt modelId="{04EF4883-8C26-42D4-BF7C-7010E8C6B5D5}" type="parTrans" cxnId="{E67EEB60-1282-4D5E-ADF5-58B1356BD371}">
      <dgm:prSet/>
      <dgm:spPr/>
      <dgm:t>
        <a:bodyPr/>
        <a:lstStyle/>
        <a:p>
          <a:endParaRPr lang="en-US"/>
        </a:p>
      </dgm:t>
    </dgm:pt>
    <dgm:pt modelId="{33D5B994-5514-4584-9B93-A9CB90C451A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TOMAZ TELES CARNEIRO</a:t>
          </a:r>
        </a:p>
      </dgm:t>
    </dgm:pt>
    <dgm:pt modelId="{84D28164-0CAA-4574-924B-60737065C185}" type="parTrans" cxnId="{A7DE8ACD-7F5B-4266-A385-7E5F9FD04AA8}">
      <dgm:prSet/>
      <dgm:spPr/>
      <dgm:t>
        <a:bodyPr/>
        <a:lstStyle/>
        <a:p>
          <a:endParaRPr lang="pt-BR"/>
        </a:p>
      </dgm:t>
    </dgm:pt>
    <dgm:pt modelId="{59161B97-1592-465A-8407-E95CDF859FD8}" type="sibTrans" cxnId="{A7DE8ACD-7F5B-4266-A385-7E5F9FD04AA8}">
      <dgm:prSet/>
      <dgm:spPr/>
      <dgm:t>
        <a:bodyPr/>
        <a:lstStyle/>
        <a:p>
          <a:endParaRPr lang="pt-BR"/>
        </a:p>
      </dgm:t>
    </dgm:pt>
    <dgm:pt modelId="{894E1E56-3DD8-4F7B-80AE-B2A89CA839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VANESSA CORDEIRO GONÇALVES DE OLIVEIRA</a:t>
          </a:r>
        </a:p>
      </dgm:t>
    </dgm:pt>
    <dgm:pt modelId="{0B602985-FE39-44E9-AC69-6B86B54AC15F}" type="parTrans" cxnId="{60331319-4A6F-4D60-A069-9298F78ECC7E}">
      <dgm:prSet/>
      <dgm:spPr/>
      <dgm:t>
        <a:bodyPr/>
        <a:lstStyle/>
        <a:p>
          <a:endParaRPr lang="pt-BR"/>
        </a:p>
      </dgm:t>
    </dgm:pt>
    <dgm:pt modelId="{C5BEAB5B-EC4E-4D9B-BDBF-083FEA98984D}" type="sibTrans" cxnId="{60331319-4A6F-4D60-A069-9298F78ECC7E}">
      <dgm:prSet/>
      <dgm:spPr/>
      <dgm:t>
        <a:bodyPr/>
        <a:lstStyle/>
        <a:p>
          <a:endParaRPr lang="pt-BR"/>
        </a:p>
      </dgm:t>
    </dgm:pt>
    <dgm:pt modelId="{EAD8276F-F2A8-495F-ABD1-9C00B50736C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10747413@mackenzista.com.br</a:t>
          </a:r>
        </a:p>
      </dgm:t>
    </dgm:pt>
    <dgm:pt modelId="{E87BD47C-4FA3-491C-89B2-6A3426488132}" type="parTrans" cxnId="{3421DD19-9E43-4FB3-8060-2802FCD2B391}">
      <dgm:prSet/>
      <dgm:spPr/>
      <dgm:t>
        <a:bodyPr/>
        <a:lstStyle/>
        <a:p>
          <a:endParaRPr lang="pt-BR"/>
        </a:p>
      </dgm:t>
    </dgm:pt>
    <dgm:pt modelId="{772A3866-442A-4723-A30A-27D466F1954F}" type="sibTrans" cxnId="{3421DD19-9E43-4FB3-8060-2802FCD2B391}">
      <dgm:prSet/>
      <dgm:spPr/>
      <dgm:t>
        <a:bodyPr/>
        <a:lstStyle/>
        <a:p>
          <a:endParaRPr lang="pt-BR"/>
        </a:p>
      </dgm:t>
    </dgm:pt>
    <dgm:pt modelId="{334F06DE-374E-4D1C-BBD0-2F60B3351CF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10746600@mackenzista.com.br</a:t>
          </a:r>
        </a:p>
      </dgm:t>
    </dgm:pt>
    <dgm:pt modelId="{59A01E83-1FF1-4EE8-A859-96EA56802CFF}" type="parTrans" cxnId="{FC307D1A-B725-4AD2-AADD-EB0679447162}">
      <dgm:prSet/>
      <dgm:spPr/>
      <dgm:t>
        <a:bodyPr/>
        <a:lstStyle/>
        <a:p>
          <a:endParaRPr lang="pt-BR"/>
        </a:p>
      </dgm:t>
    </dgm:pt>
    <dgm:pt modelId="{7C845E9C-DC05-4517-8F81-701EEE6B8418}" type="sibTrans" cxnId="{FC307D1A-B725-4AD2-AADD-EB0679447162}">
      <dgm:prSet/>
      <dgm:spPr/>
      <dgm:t>
        <a:bodyPr/>
        <a:lstStyle/>
        <a:p>
          <a:endParaRPr lang="pt-BR"/>
        </a:p>
      </dgm:t>
    </dgm:pt>
    <dgm:pt modelId="{03230725-649A-4D0E-B50C-1F6F73D43AF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10415118@mackenzista.com.br</a:t>
          </a:r>
        </a:p>
      </dgm:t>
    </dgm:pt>
    <dgm:pt modelId="{8F7189E4-C8EC-446C-8ECC-B8AD42DFC68C}" type="parTrans" cxnId="{4C628DC5-1AAB-4916-A1D1-4638994DA2C9}">
      <dgm:prSet/>
      <dgm:spPr/>
      <dgm:t>
        <a:bodyPr/>
        <a:lstStyle/>
        <a:p>
          <a:endParaRPr lang="pt-BR"/>
        </a:p>
      </dgm:t>
    </dgm:pt>
    <dgm:pt modelId="{F0EA8DA8-7066-4928-BE5C-9026F6EE2712}" type="sibTrans" cxnId="{4C628DC5-1AAB-4916-A1D1-4638994DA2C9}">
      <dgm:prSet/>
      <dgm:spPr/>
      <dgm:t>
        <a:bodyPr/>
        <a:lstStyle/>
        <a:p>
          <a:endParaRPr lang="pt-BR"/>
        </a:p>
      </dgm:t>
    </dgm:pt>
    <dgm:pt modelId="{7030D412-E0A8-4F3C-9ADB-83B73449A609}">
      <dgm:prSet/>
      <dgm:spPr/>
      <dgm:t>
        <a:bodyPr/>
        <a:lstStyle/>
        <a:p>
          <a:pPr>
            <a:lnSpc>
              <a:spcPct val="100000"/>
            </a:lnSpc>
          </a:pPr>
          <a:endParaRPr lang="pt-BR" dirty="0"/>
        </a:p>
      </dgm:t>
    </dgm:pt>
    <dgm:pt modelId="{6A02BB04-1A80-4465-953D-B6EDDD5355F6}" type="parTrans" cxnId="{8DCA7BFA-42CE-4C9E-A586-E59A86872B0E}">
      <dgm:prSet/>
      <dgm:spPr/>
      <dgm:t>
        <a:bodyPr/>
        <a:lstStyle/>
        <a:p>
          <a:endParaRPr lang="pt-BR"/>
        </a:p>
      </dgm:t>
    </dgm:pt>
    <dgm:pt modelId="{8A17777A-E77D-4F37-B324-A11CAC6943D4}" type="sibTrans" cxnId="{8DCA7BFA-42CE-4C9E-A586-E59A86872B0E}">
      <dgm:prSet/>
      <dgm:spPr/>
      <dgm:t>
        <a:bodyPr/>
        <a:lstStyle/>
        <a:p>
          <a:endParaRPr lang="pt-BR"/>
        </a:p>
      </dgm:t>
    </dgm:pt>
    <dgm:pt modelId="{FDC50F40-62E9-4FE6-BD7B-C464A7F6DB60}">
      <dgm:prSet/>
      <dgm:spPr/>
      <dgm:t>
        <a:bodyPr/>
        <a:lstStyle/>
        <a:p>
          <a:pPr>
            <a:lnSpc>
              <a:spcPct val="100000"/>
            </a:lnSpc>
          </a:pPr>
          <a:endParaRPr lang="pt-BR"/>
        </a:p>
        <a:p>
          <a:pPr>
            <a:lnSpc>
              <a:spcPct val="100000"/>
            </a:lnSpc>
          </a:pPr>
          <a:endParaRPr lang="pt-BR"/>
        </a:p>
        <a:p>
          <a:endParaRPr lang="en-US"/>
        </a:p>
      </dgm:t>
    </dgm:pt>
    <dgm:pt modelId="{E1F90FDD-3004-427C-9470-7CC80D227D07}" type="parTrans" cxnId="{E027922F-ED50-450E-B80C-AE29D5020021}">
      <dgm:prSet/>
      <dgm:spPr/>
      <dgm:t>
        <a:bodyPr/>
        <a:lstStyle/>
        <a:p>
          <a:endParaRPr lang="pt-BR"/>
        </a:p>
      </dgm:t>
    </dgm:pt>
    <dgm:pt modelId="{72C34382-9885-4C72-BE36-7F769A918337}" type="sibTrans" cxnId="{E027922F-ED50-450E-B80C-AE29D5020021}">
      <dgm:prSet/>
      <dgm:spPr/>
      <dgm:t>
        <a:bodyPr/>
        <a:lstStyle/>
        <a:p>
          <a:endParaRPr lang="pt-BR"/>
        </a:p>
      </dgm:t>
    </dgm:pt>
    <dgm:pt modelId="{62A3DB65-51D5-48A0-B549-AC52AEAF0B5A}" type="pres">
      <dgm:prSet presAssocID="{0017DF55-1F9F-4A40-AEBD-EBA36AE261A7}" presName="Name0" presStyleCnt="0">
        <dgm:presLayoutVars>
          <dgm:dir/>
          <dgm:resizeHandles val="exact"/>
        </dgm:presLayoutVars>
      </dgm:prSet>
      <dgm:spPr/>
    </dgm:pt>
    <dgm:pt modelId="{37EA7EB4-EE18-4132-B68A-B2B0709A5426}" type="pres">
      <dgm:prSet presAssocID="{F6398AA0-CF68-4933-A2F1-844F924CFFC0}" presName="compNode" presStyleCnt="0"/>
      <dgm:spPr/>
    </dgm:pt>
    <dgm:pt modelId="{8207276D-547F-4FEA-AB21-E05AB351F87D}" type="pres">
      <dgm:prSet presAssocID="{F6398AA0-CF68-4933-A2F1-844F924CFFC0}" presName="pictRect" presStyleLbl="revTx" presStyleIdx="0" presStyleCnt="6" custLinFactNeighborX="-28844" custLinFactNeighborY="13156">
        <dgm:presLayoutVars>
          <dgm:chMax val="0"/>
          <dgm:bulletEnabled/>
        </dgm:presLayoutVars>
      </dgm:prSet>
      <dgm:spPr/>
    </dgm:pt>
    <dgm:pt modelId="{BA05B7C8-6B9E-4E99-AE0A-D0743DAB10D2}" type="pres">
      <dgm:prSet presAssocID="{F6398AA0-CF68-4933-A2F1-844F924CFFC0}" presName="textRect" presStyleLbl="revTx" presStyleIdx="1" presStyleCnt="6" custScaleX="157689">
        <dgm:presLayoutVars>
          <dgm:bulletEnabled/>
        </dgm:presLayoutVars>
      </dgm:prSet>
      <dgm:spPr/>
    </dgm:pt>
    <dgm:pt modelId="{6BFC26DE-3073-4C5F-84A3-740174D07252}" type="pres">
      <dgm:prSet presAssocID="{E7329790-EA24-4DF4-96D7-00A7B4CA2275}" presName="sibTrans" presStyleLbl="sibTrans2D1" presStyleIdx="0" presStyleCnt="0"/>
      <dgm:spPr/>
    </dgm:pt>
    <dgm:pt modelId="{A68632D7-E5EA-4B80-97F6-29EAC2D75B73}" type="pres">
      <dgm:prSet presAssocID="{64178C91-094F-4391-8B5A-E9DE1459E950}" presName="compNode" presStyleCnt="0"/>
      <dgm:spPr/>
    </dgm:pt>
    <dgm:pt modelId="{5D821D9D-5B40-42FE-B436-84D8C760FB98}" type="pres">
      <dgm:prSet presAssocID="{64178C91-094F-4391-8B5A-E9DE1459E950}" presName="pictRect" presStyleLbl="revTx" presStyleIdx="2" presStyleCnt="6">
        <dgm:presLayoutVars>
          <dgm:chMax val="0"/>
          <dgm:bulletEnabled/>
        </dgm:presLayoutVars>
      </dgm:prSet>
      <dgm:spPr/>
    </dgm:pt>
    <dgm:pt modelId="{07339A23-85C1-449D-9230-47632BBE9E80}" type="pres">
      <dgm:prSet presAssocID="{64178C91-094F-4391-8B5A-E9DE1459E950}" presName="textRect" presStyleLbl="revTx" presStyleIdx="3" presStyleCnt="6">
        <dgm:presLayoutVars>
          <dgm:bulletEnabled/>
        </dgm:presLayoutVars>
      </dgm:prSet>
      <dgm:spPr/>
    </dgm:pt>
    <dgm:pt modelId="{BED61B9F-39F7-4E1C-BB6A-C18D1CDA84E4}" type="pres">
      <dgm:prSet presAssocID="{8EEECA7B-0D88-4E38-9930-108A7E19626B}" presName="sibTrans" presStyleLbl="sibTrans2D1" presStyleIdx="0" presStyleCnt="0"/>
      <dgm:spPr/>
    </dgm:pt>
    <dgm:pt modelId="{4F75603C-3CC7-4C12-8633-4BCED6054078}" type="pres">
      <dgm:prSet presAssocID="{A0F296D0-7BCF-48ED-9B14-CE04F4A46E0C}" presName="compNode" presStyleCnt="0"/>
      <dgm:spPr/>
    </dgm:pt>
    <dgm:pt modelId="{492FCF0B-46E4-4CBA-BB31-FC838F8A66CC}" type="pres">
      <dgm:prSet presAssocID="{A0F296D0-7BCF-48ED-9B14-CE04F4A46E0C}" presName="pictRect" presStyleLbl="revTx" presStyleIdx="4" presStyleCnt="6">
        <dgm:presLayoutVars>
          <dgm:chMax val="0"/>
          <dgm:bulletEnabled/>
        </dgm:presLayoutVars>
      </dgm:prSet>
      <dgm:spPr/>
    </dgm:pt>
    <dgm:pt modelId="{AEFEC5B3-EE44-42BC-B195-0AFF8548B681}" type="pres">
      <dgm:prSet presAssocID="{A0F296D0-7BCF-48ED-9B14-CE04F4A46E0C}" presName="textRect" presStyleLbl="revTx" presStyleIdx="5" presStyleCnt="6">
        <dgm:presLayoutVars>
          <dgm:bulletEnabled/>
        </dgm:presLayoutVars>
      </dgm:prSet>
      <dgm:spPr/>
    </dgm:pt>
  </dgm:ptLst>
  <dgm:cxnLst>
    <dgm:cxn modelId="{F29C8201-CB10-48A1-B697-70EC5CADB6C6}" srcId="{F6398AA0-CF68-4933-A2F1-844F924CFFC0}" destId="{E1D2DDA5-0450-4B95-B94F-26891AEA37BD}" srcOrd="0" destOrd="0" parTransId="{007E8C6D-9A4B-44EA-8E8F-F0DA19B9996C}" sibTransId="{5841D245-7B87-4BAB-9774-D0333E9A9213}"/>
    <dgm:cxn modelId="{46B0DD03-F4C2-4CF7-A2D7-3E362FB8FD04}" type="presOf" srcId="{64178C91-094F-4391-8B5A-E9DE1459E950}" destId="{5D821D9D-5B40-42FE-B436-84D8C760FB98}" srcOrd="0" destOrd="0" presId="urn:microsoft.com/office/officeart/2024/3/layout/hArchList1"/>
    <dgm:cxn modelId="{60331319-4A6F-4D60-A069-9298F78ECC7E}" srcId="{F6398AA0-CF68-4933-A2F1-844F924CFFC0}" destId="{894E1E56-3DD8-4F7B-80AE-B2A89CA8395F}" srcOrd="2" destOrd="0" parTransId="{0B602985-FE39-44E9-AC69-6B86B54AC15F}" sibTransId="{C5BEAB5B-EC4E-4D9B-BDBF-083FEA98984D}"/>
    <dgm:cxn modelId="{3421DD19-9E43-4FB3-8060-2802FCD2B391}" srcId="{A0F296D0-7BCF-48ED-9B14-CE04F4A46E0C}" destId="{EAD8276F-F2A8-495F-ABD1-9C00B50736CD}" srcOrd="1" destOrd="0" parTransId="{E87BD47C-4FA3-491C-89B2-6A3426488132}" sibTransId="{772A3866-442A-4723-A30A-27D466F1954F}"/>
    <dgm:cxn modelId="{FC307D1A-B725-4AD2-AADD-EB0679447162}" srcId="{A0F296D0-7BCF-48ED-9B14-CE04F4A46E0C}" destId="{334F06DE-374E-4D1C-BBD0-2F60B3351CF7}" srcOrd="2" destOrd="0" parTransId="{59A01E83-1FF1-4EE8-A859-96EA56802CFF}" sibTransId="{7C845E9C-DC05-4517-8F81-701EEE6B8418}"/>
    <dgm:cxn modelId="{AE98E71C-4ABE-477C-AD30-F7E27B440804}" type="presOf" srcId="{7030D412-E0A8-4F3C-9ADB-83B73449A609}" destId="{AEFEC5B3-EE44-42BC-B195-0AFF8548B681}" srcOrd="0" destOrd="4" presId="urn:microsoft.com/office/officeart/2024/3/layout/hArchList1"/>
    <dgm:cxn modelId="{6AB0D329-1B0B-4A28-8331-8A09FCD9BD05}" srcId="{A0F296D0-7BCF-48ED-9B14-CE04F4A46E0C}" destId="{B59E799F-6E96-4728-9A94-DF4B0B3EE49E}" srcOrd="0" destOrd="0" parTransId="{F8033A5C-C6B9-4757-9C51-A688B82733BB}" sibTransId="{0A947E9C-ACB9-4B6A-B168-B33E375BD064}"/>
    <dgm:cxn modelId="{E027922F-ED50-450E-B80C-AE29D5020021}" srcId="{A0F296D0-7BCF-48ED-9B14-CE04F4A46E0C}" destId="{FDC50F40-62E9-4FE6-BD7B-C464A7F6DB60}" srcOrd="5" destOrd="0" parTransId="{E1F90FDD-3004-427C-9470-7CC80D227D07}" sibTransId="{72C34382-9885-4C72-BE36-7F769A918337}"/>
    <dgm:cxn modelId="{0E92AF35-AE67-4FF8-AFFC-B68535577EB1}" type="presOf" srcId="{FDC50F40-62E9-4FE6-BD7B-C464A7F6DB60}" destId="{AEFEC5B3-EE44-42BC-B195-0AFF8548B681}" srcOrd="0" destOrd="5" presId="urn:microsoft.com/office/officeart/2024/3/layout/hArchList1"/>
    <dgm:cxn modelId="{4993033E-D589-47AA-9332-D181C93E9E9A}" type="presOf" srcId="{E7329790-EA24-4DF4-96D7-00A7B4CA2275}" destId="{6BFC26DE-3073-4C5F-84A3-740174D07252}" srcOrd="0" destOrd="0" presId="urn:microsoft.com/office/officeart/2024/3/layout/hArchList1"/>
    <dgm:cxn modelId="{E1845B5C-7DCF-4FFC-9FD7-E8A60600F3AE}" type="presOf" srcId="{8EEECA7B-0D88-4E38-9930-108A7E19626B}" destId="{BED61B9F-39F7-4E1C-BB6A-C18D1CDA84E4}" srcOrd="0" destOrd="0" presId="urn:microsoft.com/office/officeart/2024/3/layout/hArchList1"/>
    <dgm:cxn modelId="{E67EEB60-1282-4D5E-ADF5-58B1356BD371}" srcId="{0017DF55-1F9F-4A40-AEBD-EBA36AE261A7}" destId="{F6398AA0-CF68-4933-A2F1-844F924CFFC0}" srcOrd="0" destOrd="0" parTransId="{04EF4883-8C26-42D4-BF7C-7010E8C6B5D5}" sibTransId="{E7329790-EA24-4DF4-96D7-00A7B4CA2275}"/>
    <dgm:cxn modelId="{C6494E4B-207B-4A77-A586-9745BC35E0FC}" type="presOf" srcId="{0017DF55-1F9F-4A40-AEBD-EBA36AE261A7}" destId="{62A3DB65-51D5-48A0-B549-AC52AEAF0B5A}" srcOrd="0" destOrd="0" presId="urn:microsoft.com/office/officeart/2024/3/layout/hArchList1"/>
    <dgm:cxn modelId="{F0AE5C77-2A36-405F-A543-71C50A2565B1}" type="presOf" srcId="{A0F296D0-7BCF-48ED-9B14-CE04F4A46E0C}" destId="{492FCF0B-46E4-4CBA-BB31-FC838F8A66CC}" srcOrd="0" destOrd="0" presId="urn:microsoft.com/office/officeart/2024/3/layout/hArchList1"/>
    <dgm:cxn modelId="{773B297C-1947-4619-9B61-28DCD87221ED}" srcId="{64178C91-094F-4391-8B5A-E9DE1459E950}" destId="{AC8FE4D7-7CFF-46FA-A46E-581D6D6132D4}" srcOrd="0" destOrd="0" parTransId="{E5E71859-4A26-4BCB-84F3-6897ABC94629}" sibTransId="{EFD53A84-ED1C-470A-A0C9-D136411D9C91}"/>
    <dgm:cxn modelId="{579E4181-FB45-4FC0-8307-2540410B6B79}" type="presOf" srcId="{B59E799F-6E96-4728-9A94-DF4B0B3EE49E}" destId="{AEFEC5B3-EE44-42BC-B195-0AFF8548B681}" srcOrd="0" destOrd="0" presId="urn:microsoft.com/office/officeart/2024/3/layout/hArchList1"/>
    <dgm:cxn modelId="{2D125883-6ADB-470D-A377-16C64C89CE4E}" srcId="{0017DF55-1F9F-4A40-AEBD-EBA36AE261A7}" destId="{64178C91-094F-4391-8B5A-E9DE1459E950}" srcOrd="1" destOrd="0" parTransId="{13DC705D-7119-473B-B03A-1C185CBC25E3}" sibTransId="{8EEECA7B-0D88-4E38-9930-108A7E19626B}"/>
    <dgm:cxn modelId="{097E7387-6807-4E9C-A26A-B31FBAA2E439}" srcId="{0017DF55-1F9F-4A40-AEBD-EBA36AE261A7}" destId="{A0F296D0-7BCF-48ED-9B14-CE04F4A46E0C}" srcOrd="2" destOrd="0" parTransId="{35D83CE5-A710-41BE-ADF9-2ACE929086F6}" sibTransId="{81CF4164-E83A-41BF-A569-2402CE08CFA5}"/>
    <dgm:cxn modelId="{21F9D788-2DC6-42BF-9E47-636AA3E437AC}" type="presOf" srcId="{F6398AA0-CF68-4933-A2F1-844F924CFFC0}" destId="{8207276D-547F-4FEA-AB21-E05AB351F87D}" srcOrd="0" destOrd="0" presId="urn:microsoft.com/office/officeart/2024/3/layout/hArchList1"/>
    <dgm:cxn modelId="{A2CD948E-BBFF-491A-BE7B-78FAD368E987}" type="presOf" srcId="{894E1E56-3DD8-4F7B-80AE-B2A89CA8395F}" destId="{BA05B7C8-6B9E-4E99-AE0A-D0743DAB10D2}" srcOrd="0" destOrd="2" presId="urn:microsoft.com/office/officeart/2024/3/layout/hArchList1"/>
    <dgm:cxn modelId="{3329AE93-B38E-41F6-9EC8-B38A16458334}" type="presOf" srcId="{E1D2DDA5-0450-4B95-B94F-26891AEA37BD}" destId="{BA05B7C8-6B9E-4E99-AE0A-D0743DAB10D2}" srcOrd="0" destOrd="0" presId="urn:microsoft.com/office/officeart/2024/3/layout/hArchList1"/>
    <dgm:cxn modelId="{D32BA1C1-B08A-4659-A2E0-37351FE8D75F}" type="presOf" srcId="{EAD8276F-F2A8-495F-ABD1-9C00B50736CD}" destId="{AEFEC5B3-EE44-42BC-B195-0AFF8548B681}" srcOrd="0" destOrd="1" presId="urn:microsoft.com/office/officeart/2024/3/layout/hArchList1"/>
    <dgm:cxn modelId="{4C628DC5-1AAB-4916-A1D1-4638994DA2C9}" srcId="{A0F296D0-7BCF-48ED-9B14-CE04F4A46E0C}" destId="{03230725-649A-4D0E-B50C-1F6F73D43AF4}" srcOrd="3" destOrd="0" parTransId="{8F7189E4-C8EC-446C-8ECC-B8AD42DFC68C}" sibTransId="{F0EA8DA8-7066-4928-BE5C-9026F6EE2712}"/>
    <dgm:cxn modelId="{161F03C6-3DAC-4181-8A5B-AF4870670F37}" type="presOf" srcId="{334F06DE-374E-4D1C-BBD0-2F60B3351CF7}" destId="{AEFEC5B3-EE44-42BC-B195-0AFF8548B681}" srcOrd="0" destOrd="2" presId="urn:microsoft.com/office/officeart/2024/3/layout/hArchList1"/>
    <dgm:cxn modelId="{6C95F3CA-BB9B-4506-B628-D728ABE61CFA}" type="presOf" srcId="{AC8FE4D7-7CFF-46FA-A46E-581D6D6132D4}" destId="{07339A23-85C1-449D-9230-47632BBE9E80}" srcOrd="0" destOrd="0" presId="urn:microsoft.com/office/officeart/2024/3/layout/hArchList1"/>
    <dgm:cxn modelId="{A7DE8ACD-7F5B-4266-A385-7E5F9FD04AA8}" srcId="{F6398AA0-CF68-4933-A2F1-844F924CFFC0}" destId="{33D5B994-5514-4584-9B93-A9CB90C451A4}" srcOrd="1" destOrd="0" parTransId="{84D28164-0CAA-4574-924B-60737065C185}" sibTransId="{59161B97-1592-465A-8407-E95CDF859FD8}"/>
    <dgm:cxn modelId="{81A998EA-EBBE-40BE-A845-8F85A3C4CC1E}" type="presOf" srcId="{03230725-649A-4D0E-B50C-1F6F73D43AF4}" destId="{AEFEC5B3-EE44-42BC-B195-0AFF8548B681}" srcOrd="0" destOrd="3" presId="urn:microsoft.com/office/officeart/2024/3/layout/hArchList1"/>
    <dgm:cxn modelId="{FE30C0F5-CA02-43BF-97BC-DAC95ABE4C73}" type="presOf" srcId="{33D5B994-5514-4584-9B93-A9CB90C451A4}" destId="{BA05B7C8-6B9E-4E99-AE0A-D0743DAB10D2}" srcOrd="0" destOrd="1" presId="urn:microsoft.com/office/officeart/2024/3/layout/hArchList1"/>
    <dgm:cxn modelId="{8DCA7BFA-42CE-4C9E-A586-E59A86872B0E}" srcId="{A0F296D0-7BCF-48ED-9B14-CE04F4A46E0C}" destId="{7030D412-E0A8-4F3C-9ADB-83B73449A609}" srcOrd="4" destOrd="0" parTransId="{6A02BB04-1A80-4465-953D-B6EDDD5355F6}" sibTransId="{8A17777A-E77D-4F37-B324-A11CAC6943D4}"/>
    <dgm:cxn modelId="{C9166323-77D9-46A0-8B3E-8B05A1C5F299}" type="presParOf" srcId="{62A3DB65-51D5-48A0-B549-AC52AEAF0B5A}" destId="{37EA7EB4-EE18-4132-B68A-B2B0709A5426}" srcOrd="0" destOrd="0" presId="urn:microsoft.com/office/officeart/2024/3/layout/hArchList1"/>
    <dgm:cxn modelId="{69EFAE0E-2C68-4D45-BF54-FAE8B15EF7B3}" type="presParOf" srcId="{37EA7EB4-EE18-4132-B68A-B2B0709A5426}" destId="{8207276D-547F-4FEA-AB21-E05AB351F87D}" srcOrd="0" destOrd="0" presId="urn:microsoft.com/office/officeart/2024/3/layout/hArchList1"/>
    <dgm:cxn modelId="{7E70E7C7-7E1A-496D-B7F3-C59843EC3ADF}" type="presParOf" srcId="{37EA7EB4-EE18-4132-B68A-B2B0709A5426}" destId="{BA05B7C8-6B9E-4E99-AE0A-D0743DAB10D2}" srcOrd="1" destOrd="0" presId="urn:microsoft.com/office/officeart/2024/3/layout/hArchList1"/>
    <dgm:cxn modelId="{1F892C39-3C07-47E2-9E07-EEA0E25C0810}" type="presParOf" srcId="{62A3DB65-51D5-48A0-B549-AC52AEAF0B5A}" destId="{6BFC26DE-3073-4C5F-84A3-740174D07252}" srcOrd="1" destOrd="0" presId="urn:microsoft.com/office/officeart/2024/3/layout/hArchList1"/>
    <dgm:cxn modelId="{9A0F83BC-553B-4F51-A447-8441D246054C}" type="presParOf" srcId="{62A3DB65-51D5-48A0-B549-AC52AEAF0B5A}" destId="{A68632D7-E5EA-4B80-97F6-29EAC2D75B73}" srcOrd="2" destOrd="0" presId="urn:microsoft.com/office/officeart/2024/3/layout/hArchList1"/>
    <dgm:cxn modelId="{5A99CA2A-E22F-4794-B03E-DAEA393F6E89}" type="presParOf" srcId="{A68632D7-E5EA-4B80-97F6-29EAC2D75B73}" destId="{5D821D9D-5B40-42FE-B436-84D8C760FB98}" srcOrd="0" destOrd="0" presId="urn:microsoft.com/office/officeart/2024/3/layout/hArchList1"/>
    <dgm:cxn modelId="{95F50CAF-16A1-4F32-BD73-2291D8F9B21D}" type="presParOf" srcId="{A68632D7-E5EA-4B80-97F6-29EAC2D75B73}" destId="{07339A23-85C1-449D-9230-47632BBE9E80}" srcOrd="1" destOrd="0" presId="urn:microsoft.com/office/officeart/2024/3/layout/hArchList1"/>
    <dgm:cxn modelId="{C34A5FAF-F9F7-46F6-9249-80008441B6A4}" type="presParOf" srcId="{62A3DB65-51D5-48A0-B549-AC52AEAF0B5A}" destId="{BED61B9F-39F7-4E1C-BB6A-C18D1CDA84E4}" srcOrd="3" destOrd="0" presId="urn:microsoft.com/office/officeart/2024/3/layout/hArchList1"/>
    <dgm:cxn modelId="{301FE66F-4E68-4D2F-A019-730C8C1F61C2}" type="presParOf" srcId="{62A3DB65-51D5-48A0-B549-AC52AEAF0B5A}" destId="{4F75603C-3CC7-4C12-8633-4BCED6054078}" srcOrd="4" destOrd="0" presId="urn:microsoft.com/office/officeart/2024/3/layout/hArchList1"/>
    <dgm:cxn modelId="{FEFD7F48-80AD-4483-A7F5-8137ED1983C0}" type="presParOf" srcId="{4F75603C-3CC7-4C12-8633-4BCED6054078}" destId="{492FCF0B-46E4-4CBA-BB31-FC838F8A66CC}" srcOrd="0" destOrd="0" presId="urn:microsoft.com/office/officeart/2024/3/layout/hArchList1"/>
    <dgm:cxn modelId="{ACFB9430-D3FA-4744-AADA-E0BF6530652E}" type="presParOf" srcId="{4F75603C-3CC7-4C12-8633-4BCED6054078}" destId="{AEFEC5B3-EE44-42BC-B195-0AFF8548B681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CE20EA-AD97-4DE5-AE0A-5261D8DF07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655321-8259-4E39-973B-014DFC62DEF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Desenvolver um estudo prático de Ciência de Dados com objetivo de:</a:t>
          </a:r>
          <a:endParaRPr lang="en-US" dirty="0"/>
        </a:p>
      </dgm:t>
    </dgm:pt>
    <dgm:pt modelId="{0B15F2E8-4552-4268-B0E9-F2D203A28276}" type="parTrans" cxnId="{78F0F06F-F8A2-4500-A9C0-D54678152CE0}">
      <dgm:prSet/>
      <dgm:spPr/>
      <dgm:t>
        <a:bodyPr/>
        <a:lstStyle/>
        <a:p>
          <a:endParaRPr lang="en-US"/>
        </a:p>
      </dgm:t>
    </dgm:pt>
    <dgm:pt modelId="{142E2256-4E82-45DB-A812-AC63C8586481}" type="sibTrans" cxnId="{78F0F06F-F8A2-4500-A9C0-D54678152CE0}">
      <dgm:prSet/>
      <dgm:spPr/>
      <dgm:t>
        <a:bodyPr/>
        <a:lstStyle/>
        <a:p>
          <a:endParaRPr lang="en-US"/>
        </a:p>
      </dgm:t>
    </dgm:pt>
    <dgm:pt modelId="{68744855-772E-4F55-BB35-85A9B0963BD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Identificar tendências;</a:t>
          </a:r>
          <a:endParaRPr lang="en-US"/>
        </a:p>
      </dgm:t>
    </dgm:pt>
    <dgm:pt modelId="{DDE2B3E3-49FB-4E34-84EA-C457A5548ECE}" type="parTrans" cxnId="{C1869416-C976-4EC9-A0B2-6B6317AB9035}">
      <dgm:prSet/>
      <dgm:spPr/>
      <dgm:t>
        <a:bodyPr/>
        <a:lstStyle/>
        <a:p>
          <a:endParaRPr lang="en-US"/>
        </a:p>
      </dgm:t>
    </dgm:pt>
    <dgm:pt modelId="{9ED73E5C-4ED6-4B1F-B33B-57C12957292B}" type="sibTrans" cxnId="{C1869416-C976-4EC9-A0B2-6B6317AB9035}">
      <dgm:prSet/>
      <dgm:spPr/>
      <dgm:t>
        <a:bodyPr/>
        <a:lstStyle/>
        <a:p>
          <a:endParaRPr lang="en-US"/>
        </a:p>
      </dgm:t>
    </dgm:pt>
    <dgm:pt modelId="{CCE79C03-ABB8-4C45-B511-A75E131929A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Quantificar tendências;</a:t>
          </a:r>
          <a:endParaRPr lang="en-US"/>
        </a:p>
      </dgm:t>
    </dgm:pt>
    <dgm:pt modelId="{CD608842-CFF6-4C2C-9E83-227EC0078A88}" type="parTrans" cxnId="{B67A321B-4410-4104-BB1B-1FC7CB71B67A}">
      <dgm:prSet/>
      <dgm:spPr/>
      <dgm:t>
        <a:bodyPr/>
        <a:lstStyle/>
        <a:p>
          <a:endParaRPr lang="en-US"/>
        </a:p>
      </dgm:t>
    </dgm:pt>
    <dgm:pt modelId="{5351FCDC-1FD7-488D-B285-2FE9B2A6ACE3}" type="sibTrans" cxnId="{B67A321B-4410-4104-BB1B-1FC7CB71B67A}">
      <dgm:prSet/>
      <dgm:spPr/>
      <dgm:t>
        <a:bodyPr/>
        <a:lstStyle/>
        <a:p>
          <a:endParaRPr lang="en-US"/>
        </a:p>
      </dgm:t>
    </dgm:pt>
    <dgm:pt modelId="{BCA1FCB7-505C-4900-99E5-C79EC8F0E51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Padrões geográficos;</a:t>
          </a:r>
          <a:endParaRPr lang="en-US"/>
        </a:p>
      </dgm:t>
    </dgm:pt>
    <dgm:pt modelId="{BB5181A4-87DF-42EE-B63A-636DCE1B47BD}" type="parTrans" cxnId="{CB1EF96F-CB83-4EC0-9AC8-2A627EC64B2D}">
      <dgm:prSet/>
      <dgm:spPr/>
      <dgm:t>
        <a:bodyPr/>
        <a:lstStyle/>
        <a:p>
          <a:endParaRPr lang="en-US"/>
        </a:p>
      </dgm:t>
    </dgm:pt>
    <dgm:pt modelId="{9D337563-955B-43F5-8331-E185E61D171D}" type="sibTrans" cxnId="{CB1EF96F-CB83-4EC0-9AC8-2A627EC64B2D}">
      <dgm:prSet/>
      <dgm:spPr/>
      <dgm:t>
        <a:bodyPr/>
        <a:lstStyle/>
        <a:p>
          <a:endParaRPr lang="en-US"/>
        </a:p>
      </dgm:t>
    </dgm:pt>
    <dgm:pt modelId="{4B9E973C-5BFD-4964-B8B1-51737FADB62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Distribuição temporal.</a:t>
          </a:r>
          <a:endParaRPr lang="en-US"/>
        </a:p>
      </dgm:t>
    </dgm:pt>
    <dgm:pt modelId="{385878EE-F0C2-4980-B5FA-83D749498B17}" type="parTrans" cxnId="{1D43B7A0-A396-4020-86AE-B6C6FCF8605F}">
      <dgm:prSet/>
      <dgm:spPr/>
      <dgm:t>
        <a:bodyPr/>
        <a:lstStyle/>
        <a:p>
          <a:endParaRPr lang="en-US"/>
        </a:p>
      </dgm:t>
    </dgm:pt>
    <dgm:pt modelId="{87BD4BD1-8AE9-4764-9E93-EA5AC1836F2B}" type="sibTrans" cxnId="{1D43B7A0-A396-4020-86AE-B6C6FCF8605F}">
      <dgm:prSet/>
      <dgm:spPr/>
      <dgm:t>
        <a:bodyPr/>
        <a:lstStyle/>
        <a:p>
          <a:endParaRPr lang="en-US"/>
        </a:p>
      </dgm:t>
    </dgm:pt>
    <dgm:pt modelId="{DA60E746-4D4B-4E51-B3DF-043272596E67}" type="pres">
      <dgm:prSet presAssocID="{B5CE20EA-AD97-4DE5-AE0A-5261D8DF0772}" presName="root" presStyleCnt="0">
        <dgm:presLayoutVars>
          <dgm:dir/>
          <dgm:resizeHandles val="exact"/>
        </dgm:presLayoutVars>
      </dgm:prSet>
      <dgm:spPr/>
    </dgm:pt>
    <dgm:pt modelId="{ECBDCA12-50D2-49C7-BA7D-DFAEC61FC3B2}" type="pres">
      <dgm:prSet presAssocID="{B3655321-8259-4E39-973B-014DFC62DEF9}" presName="compNode" presStyleCnt="0"/>
      <dgm:spPr/>
    </dgm:pt>
    <dgm:pt modelId="{8F1BE7C1-11B6-4031-81F3-9A58F6B6CCD8}" type="pres">
      <dgm:prSet presAssocID="{B3655321-8259-4E39-973B-014DFC62DEF9}" presName="bgRect" presStyleLbl="bgShp" presStyleIdx="0" presStyleCnt="5"/>
      <dgm:spPr/>
    </dgm:pt>
    <dgm:pt modelId="{BD44EBD4-82B7-4849-9E69-F70BD5F88A8F}" type="pres">
      <dgm:prSet presAssocID="{B3655321-8259-4E39-973B-014DFC62DE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BE1F585D-2B4E-4799-8966-5E3193DF0D28}" type="pres">
      <dgm:prSet presAssocID="{B3655321-8259-4E39-973B-014DFC62DEF9}" presName="spaceRect" presStyleCnt="0"/>
      <dgm:spPr/>
    </dgm:pt>
    <dgm:pt modelId="{CD148A3E-E49C-4FB1-9B0A-ABE9D9C098D4}" type="pres">
      <dgm:prSet presAssocID="{B3655321-8259-4E39-973B-014DFC62DEF9}" presName="parTx" presStyleLbl="revTx" presStyleIdx="0" presStyleCnt="5">
        <dgm:presLayoutVars>
          <dgm:chMax val="0"/>
          <dgm:chPref val="0"/>
        </dgm:presLayoutVars>
      </dgm:prSet>
      <dgm:spPr/>
    </dgm:pt>
    <dgm:pt modelId="{FC2BEA34-3CC2-4B6D-B21F-F46D196E83EB}" type="pres">
      <dgm:prSet presAssocID="{142E2256-4E82-45DB-A812-AC63C8586481}" presName="sibTrans" presStyleCnt="0"/>
      <dgm:spPr/>
    </dgm:pt>
    <dgm:pt modelId="{F5C4B736-73A2-4D62-B709-F730C038033B}" type="pres">
      <dgm:prSet presAssocID="{68744855-772E-4F55-BB35-85A9B0963BD5}" presName="compNode" presStyleCnt="0"/>
      <dgm:spPr/>
    </dgm:pt>
    <dgm:pt modelId="{629A43A3-4D49-4B24-933E-A9DF2F17C68A}" type="pres">
      <dgm:prSet presAssocID="{68744855-772E-4F55-BB35-85A9B0963BD5}" presName="bgRect" presStyleLbl="bgShp" presStyleIdx="1" presStyleCnt="5"/>
      <dgm:spPr/>
    </dgm:pt>
    <dgm:pt modelId="{6B434B08-624B-44DC-9E9F-DA89F1570C70}" type="pres">
      <dgm:prSet presAssocID="{68744855-772E-4F55-BB35-85A9B0963BD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8658D6D-91C0-48F7-A72B-18CFFFB62A9F}" type="pres">
      <dgm:prSet presAssocID="{68744855-772E-4F55-BB35-85A9B0963BD5}" presName="spaceRect" presStyleCnt="0"/>
      <dgm:spPr/>
    </dgm:pt>
    <dgm:pt modelId="{DBF7CAFB-86C9-49DA-81CA-84ACFE257F4C}" type="pres">
      <dgm:prSet presAssocID="{68744855-772E-4F55-BB35-85A9B0963BD5}" presName="parTx" presStyleLbl="revTx" presStyleIdx="1" presStyleCnt="5">
        <dgm:presLayoutVars>
          <dgm:chMax val="0"/>
          <dgm:chPref val="0"/>
        </dgm:presLayoutVars>
      </dgm:prSet>
      <dgm:spPr/>
    </dgm:pt>
    <dgm:pt modelId="{9EB149FF-C0E3-4088-96B1-70DC508E8013}" type="pres">
      <dgm:prSet presAssocID="{9ED73E5C-4ED6-4B1F-B33B-57C12957292B}" presName="sibTrans" presStyleCnt="0"/>
      <dgm:spPr/>
    </dgm:pt>
    <dgm:pt modelId="{E8C4ED29-F986-4B20-B56E-2A9C1FEC0673}" type="pres">
      <dgm:prSet presAssocID="{CCE79C03-ABB8-4C45-B511-A75E131929AC}" presName="compNode" presStyleCnt="0"/>
      <dgm:spPr/>
    </dgm:pt>
    <dgm:pt modelId="{4E756662-4BFE-4EB6-B67E-1422E53FB324}" type="pres">
      <dgm:prSet presAssocID="{CCE79C03-ABB8-4C45-B511-A75E131929AC}" presName="bgRect" presStyleLbl="bgShp" presStyleIdx="2" presStyleCnt="5"/>
      <dgm:spPr/>
    </dgm:pt>
    <dgm:pt modelId="{A4467317-AB95-480F-9B02-03DA21A4A59F}" type="pres">
      <dgm:prSet presAssocID="{CCE79C03-ABB8-4C45-B511-A75E131929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70C0CF8-2DBE-4A4C-AD0E-CB32E505B398}" type="pres">
      <dgm:prSet presAssocID="{CCE79C03-ABB8-4C45-B511-A75E131929AC}" presName="spaceRect" presStyleCnt="0"/>
      <dgm:spPr/>
    </dgm:pt>
    <dgm:pt modelId="{C6223281-AC92-4F9F-A83A-781ABE454814}" type="pres">
      <dgm:prSet presAssocID="{CCE79C03-ABB8-4C45-B511-A75E131929AC}" presName="parTx" presStyleLbl="revTx" presStyleIdx="2" presStyleCnt="5">
        <dgm:presLayoutVars>
          <dgm:chMax val="0"/>
          <dgm:chPref val="0"/>
        </dgm:presLayoutVars>
      </dgm:prSet>
      <dgm:spPr/>
    </dgm:pt>
    <dgm:pt modelId="{FD84C82A-6D0A-49EB-9BCE-E23F487787C0}" type="pres">
      <dgm:prSet presAssocID="{5351FCDC-1FD7-488D-B285-2FE9B2A6ACE3}" presName="sibTrans" presStyleCnt="0"/>
      <dgm:spPr/>
    </dgm:pt>
    <dgm:pt modelId="{30E1A211-5E10-4E54-B937-645439BE0B66}" type="pres">
      <dgm:prSet presAssocID="{BCA1FCB7-505C-4900-99E5-C79EC8F0E51A}" presName="compNode" presStyleCnt="0"/>
      <dgm:spPr/>
    </dgm:pt>
    <dgm:pt modelId="{617B53EC-552E-4518-950B-FCD769E2EBF9}" type="pres">
      <dgm:prSet presAssocID="{BCA1FCB7-505C-4900-99E5-C79EC8F0E51A}" presName="bgRect" presStyleLbl="bgShp" presStyleIdx="3" presStyleCnt="5"/>
      <dgm:spPr/>
    </dgm:pt>
    <dgm:pt modelId="{2D4E6C6E-4C56-40F5-BC1A-7171DA4B67A5}" type="pres">
      <dgm:prSet presAssocID="{BCA1FCB7-505C-4900-99E5-C79EC8F0E5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52A719A-D1D6-4C9D-BB89-37EADB91A6DE}" type="pres">
      <dgm:prSet presAssocID="{BCA1FCB7-505C-4900-99E5-C79EC8F0E51A}" presName="spaceRect" presStyleCnt="0"/>
      <dgm:spPr/>
    </dgm:pt>
    <dgm:pt modelId="{C468B461-27B5-4A67-B0A9-19BD8520A03E}" type="pres">
      <dgm:prSet presAssocID="{BCA1FCB7-505C-4900-99E5-C79EC8F0E51A}" presName="parTx" presStyleLbl="revTx" presStyleIdx="3" presStyleCnt="5">
        <dgm:presLayoutVars>
          <dgm:chMax val="0"/>
          <dgm:chPref val="0"/>
        </dgm:presLayoutVars>
      </dgm:prSet>
      <dgm:spPr/>
    </dgm:pt>
    <dgm:pt modelId="{1FC74665-C680-4699-915E-45EBD4EAB9B9}" type="pres">
      <dgm:prSet presAssocID="{9D337563-955B-43F5-8331-E185E61D171D}" presName="sibTrans" presStyleCnt="0"/>
      <dgm:spPr/>
    </dgm:pt>
    <dgm:pt modelId="{5530FDA1-DB6C-4398-89CB-ECF78155FD74}" type="pres">
      <dgm:prSet presAssocID="{4B9E973C-5BFD-4964-B8B1-51737FADB620}" presName="compNode" presStyleCnt="0"/>
      <dgm:spPr/>
    </dgm:pt>
    <dgm:pt modelId="{247FE44D-875C-4A77-A057-6CDD9986725F}" type="pres">
      <dgm:prSet presAssocID="{4B9E973C-5BFD-4964-B8B1-51737FADB620}" presName="bgRect" presStyleLbl="bgShp" presStyleIdx="4" presStyleCnt="5"/>
      <dgm:spPr/>
    </dgm:pt>
    <dgm:pt modelId="{CF528B47-F080-486C-862D-D5B34AED4FAB}" type="pres">
      <dgm:prSet presAssocID="{4B9E973C-5BFD-4964-B8B1-51737FADB6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0EBB09F3-6621-424C-94A2-B4807CAFD3AA}" type="pres">
      <dgm:prSet presAssocID="{4B9E973C-5BFD-4964-B8B1-51737FADB620}" presName="spaceRect" presStyleCnt="0"/>
      <dgm:spPr/>
    </dgm:pt>
    <dgm:pt modelId="{50870FB2-C12D-4F18-8A63-16F05064FFD7}" type="pres">
      <dgm:prSet presAssocID="{4B9E973C-5BFD-4964-B8B1-51737FADB62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57ACE03-27ED-46DE-80CB-F27409E6085D}" type="presOf" srcId="{4B9E973C-5BFD-4964-B8B1-51737FADB620}" destId="{50870FB2-C12D-4F18-8A63-16F05064FFD7}" srcOrd="0" destOrd="0" presId="urn:microsoft.com/office/officeart/2018/2/layout/IconVerticalSolidList"/>
    <dgm:cxn modelId="{C1869416-C976-4EC9-A0B2-6B6317AB9035}" srcId="{B5CE20EA-AD97-4DE5-AE0A-5261D8DF0772}" destId="{68744855-772E-4F55-BB35-85A9B0963BD5}" srcOrd="1" destOrd="0" parTransId="{DDE2B3E3-49FB-4E34-84EA-C457A5548ECE}" sibTransId="{9ED73E5C-4ED6-4B1F-B33B-57C12957292B}"/>
    <dgm:cxn modelId="{B67A321B-4410-4104-BB1B-1FC7CB71B67A}" srcId="{B5CE20EA-AD97-4DE5-AE0A-5261D8DF0772}" destId="{CCE79C03-ABB8-4C45-B511-A75E131929AC}" srcOrd="2" destOrd="0" parTransId="{CD608842-CFF6-4C2C-9E83-227EC0078A88}" sibTransId="{5351FCDC-1FD7-488D-B285-2FE9B2A6ACE3}"/>
    <dgm:cxn modelId="{78F0F06F-F8A2-4500-A9C0-D54678152CE0}" srcId="{B5CE20EA-AD97-4DE5-AE0A-5261D8DF0772}" destId="{B3655321-8259-4E39-973B-014DFC62DEF9}" srcOrd="0" destOrd="0" parTransId="{0B15F2E8-4552-4268-B0E9-F2D203A28276}" sibTransId="{142E2256-4E82-45DB-A812-AC63C8586481}"/>
    <dgm:cxn modelId="{CB1EF96F-CB83-4EC0-9AC8-2A627EC64B2D}" srcId="{B5CE20EA-AD97-4DE5-AE0A-5261D8DF0772}" destId="{BCA1FCB7-505C-4900-99E5-C79EC8F0E51A}" srcOrd="3" destOrd="0" parTransId="{BB5181A4-87DF-42EE-B63A-636DCE1B47BD}" sibTransId="{9D337563-955B-43F5-8331-E185E61D171D}"/>
    <dgm:cxn modelId="{F3C95752-1224-4E8D-8000-B7995EA500B3}" type="presOf" srcId="{B3655321-8259-4E39-973B-014DFC62DEF9}" destId="{CD148A3E-E49C-4FB1-9B0A-ABE9D9C098D4}" srcOrd="0" destOrd="0" presId="urn:microsoft.com/office/officeart/2018/2/layout/IconVerticalSolidList"/>
    <dgm:cxn modelId="{5C941373-D9B1-486B-BB3D-17BCBC2665A2}" type="presOf" srcId="{CCE79C03-ABB8-4C45-B511-A75E131929AC}" destId="{C6223281-AC92-4F9F-A83A-781ABE454814}" srcOrd="0" destOrd="0" presId="urn:microsoft.com/office/officeart/2018/2/layout/IconVerticalSolidList"/>
    <dgm:cxn modelId="{1D43B7A0-A396-4020-86AE-B6C6FCF8605F}" srcId="{B5CE20EA-AD97-4DE5-AE0A-5261D8DF0772}" destId="{4B9E973C-5BFD-4964-B8B1-51737FADB620}" srcOrd="4" destOrd="0" parTransId="{385878EE-F0C2-4980-B5FA-83D749498B17}" sibTransId="{87BD4BD1-8AE9-4764-9E93-EA5AC1836F2B}"/>
    <dgm:cxn modelId="{74AE5EA2-45B0-4FE0-8815-8CC8520CB852}" type="presOf" srcId="{68744855-772E-4F55-BB35-85A9B0963BD5}" destId="{DBF7CAFB-86C9-49DA-81CA-84ACFE257F4C}" srcOrd="0" destOrd="0" presId="urn:microsoft.com/office/officeart/2018/2/layout/IconVerticalSolidList"/>
    <dgm:cxn modelId="{F7BBDBB5-F85A-4AA7-8952-F7B346766E7C}" type="presOf" srcId="{BCA1FCB7-505C-4900-99E5-C79EC8F0E51A}" destId="{C468B461-27B5-4A67-B0A9-19BD8520A03E}" srcOrd="0" destOrd="0" presId="urn:microsoft.com/office/officeart/2018/2/layout/IconVerticalSolidList"/>
    <dgm:cxn modelId="{5B0CF2D2-3B5B-402E-960E-5FEA77E4FB36}" type="presOf" srcId="{B5CE20EA-AD97-4DE5-AE0A-5261D8DF0772}" destId="{DA60E746-4D4B-4E51-B3DF-043272596E67}" srcOrd="0" destOrd="0" presId="urn:microsoft.com/office/officeart/2018/2/layout/IconVerticalSolidList"/>
    <dgm:cxn modelId="{815BDC2D-3D5F-403E-B95F-27C5411E6EB6}" type="presParOf" srcId="{DA60E746-4D4B-4E51-B3DF-043272596E67}" destId="{ECBDCA12-50D2-49C7-BA7D-DFAEC61FC3B2}" srcOrd="0" destOrd="0" presId="urn:microsoft.com/office/officeart/2018/2/layout/IconVerticalSolidList"/>
    <dgm:cxn modelId="{3E1B6262-E22A-4DE7-BEC5-61E1FDB292A1}" type="presParOf" srcId="{ECBDCA12-50D2-49C7-BA7D-DFAEC61FC3B2}" destId="{8F1BE7C1-11B6-4031-81F3-9A58F6B6CCD8}" srcOrd="0" destOrd="0" presId="urn:microsoft.com/office/officeart/2018/2/layout/IconVerticalSolidList"/>
    <dgm:cxn modelId="{B1CD614A-F1A2-44C8-9998-EB5DFF6C0833}" type="presParOf" srcId="{ECBDCA12-50D2-49C7-BA7D-DFAEC61FC3B2}" destId="{BD44EBD4-82B7-4849-9E69-F70BD5F88A8F}" srcOrd="1" destOrd="0" presId="urn:microsoft.com/office/officeart/2018/2/layout/IconVerticalSolidList"/>
    <dgm:cxn modelId="{B9650F55-0F6E-49BD-A536-FEF230D31686}" type="presParOf" srcId="{ECBDCA12-50D2-49C7-BA7D-DFAEC61FC3B2}" destId="{BE1F585D-2B4E-4799-8966-5E3193DF0D28}" srcOrd="2" destOrd="0" presId="urn:microsoft.com/office/officeart/2018/2/layout/IconVerticalSolidList"/>
    <dgm:cxn modelId="{51BAC200-8BE3-4499-9B83-CE3F755C9D16}" type="presParOf" srcId="{ECBDCA12-50D2-49C7-BA7D-DFAEC61FC3B2}" destId="{CD148A3E-E49C-4FB1-9B0A-ABE9D9C098D4}" srcOrd="3" destOrd="0" presId="urn:microsoft.com/office/officeart/2018/2/layout/IconVerticalSolidList"/>
    <dgm:cxn modelId="{EFEB2CC0-75B9-4F73-B180-41A2061FCDED}" type="presParOf" srcId="{DA60E746-4D4B-4E51-B3DF-043272596E67}" destId="{FC2BEA34-3CC2-4B6D-B21F-F46D196E83EB}" srcOrd="1" destOrd="0" presId="urn:microsoft.com/office/officeart/2018/2/layout/IconVerticalSolidList"/>
    <dgm:cxn modelId="{4809A464-471E-4F25-B68C-32DF2EE2D658}" type="presParOf" srcId="{DA60E746-4D4B-4E51-B3DF-043272596E67}" destId="{F5C4B736-73A2-4D62-B709-F730C038033B}" srcOrd="2" destOrd="0" presId="urn:microsoft.com/office/officeart/2018/2/layout/IconVerticalSolidList"/>
    <dgm:cxn modelId="{6AB508A7-9397-4D26-AC5C-750410640F38}" type="presParOf" srcId="{F5C4B736-73A2-4D62-B709-F730C038033B}" destId="{629A43A3-4D49-4B24-933E-A9DF2F17C68A}" srcOrd="0" destOrd="0" presId="urn:microsoft.com/office/officeart/2018/2/layout/IconVerticalSolidList"/>
    <dgm:cxn modelId="{A06DA580-2A2F-4DB0-A425-7927269AAD62}" type="presParOf" srcId="{F5C4B736-73A2-4D62-B709-F730C038033B}" destId="{6B434B08-624B-44DC-9E9F-DA89F1570C70}" srcOrd="1" destOrd="0" presId="urn:microsoft.com/office/officeart/2018/2/layout/IconVerticalSolidList"/>
    <dgm:cxn modelId="{844247E4-103E-4EA4-A604-97B0D0F0A5C6}" type="presParOf" srcId="{F5C4B736-73A2-4D62-B709-F730C038033B}" destId="{48658D6D-91C0-48F7-A72B-18CFFFB62A9F}" srcOrd="2" destOrd="0" presId="urn:microsoft.com/office/officeart/2018/2/layout/IconVerticalSolidList"/>
    <dgm:cxn modelId="{5D720BE8-1C22-4814-B0C3-2D0531CC7162}" type="presParOf" srcId="{F5C4B736-73A2-4D62-B709-F730C038033B}" destId="{DBF7CAFB-86C9-49DA-81CA-84ACFE257F4C}" srcOrd="3" destOrd="0" presId="urn:microsoft.com/office/officeart/2018/2/layout/IconVerticalSolidList"/>
    <dgm:cxn modelId="{18163B69-D5FE-4E0B-B136-A888DECF707F}" type="presParOf" srcId="{DA60E746-4D4B-4E51-B3DF-043272596E67}" destId="{9EB149FF-C0E3-4088-96B1-70DC508E8013}" srcOrd="3" destOrd="0" presId="urn:microsoft.com/office/officeart/2018/2/layout/IconVerticalSolidList"/>
    <dgm:cxn modelId="{3F8292B1-4910-46F4-ABC1-5AEC6C159334}" type="presParOf" srcId="{DA60E746-4D4B-4E51-B3DF-043272596E67}" destId="{E8C4ED29-F986-4B20-B56E-2A9C1FEC0673}" srcOrd="4" destOrd="0" presId="urn:microsoft.com/office/officeart/2018/2/layout/IconVerticalSolidList"/>
    <dgm:cxn modelId="{A3FECAE7-E69E-4E02-B96A-B52470617E63}" type="presParOf" srcId="{E8C4ED29-F986-4B20-B56E-2A9C1FEC0673}" destId="{4E756662-4BFE-4EB6-B67E-1422E53FB324}" srcOrd="0" destOrd="0" presId="urn:microsoft.com/office/officeart/2018/2/layout/IconVerticalSolidList"/>
    <dgm:cxn modelId="{45FEDA77-D8E8-4D46-8C2D-2CFFCDEF3E9E}" type="presParOf" srcId="{E8C4ED29-F986-4B20-B56E-2A9C1FEC0673}" destId="{A4467317-AB95-480F-9B02-03DA21A4A59F}" srcOrd="1" destOrd="0" presId="urn:microsoft.com/office/officeart/2018/2/layout/IconVerticalSolidList"/>
    <dgm:cxn modelId="{11A801EC-DFA9-4945-93CF-A3C770408E24}" type="presParOf" srcId="{E8C4ED29-F986-4B20-B56E-2A9C1FEC0673}" destId="{F70C0CF8-2DBE-4A4C-AD0E-CB32E505B398}" srcOrd="2" destOrd="0" presId="urn:microsoft.com/office/officeart/2018/2/layout/IconVerticalSolidList"/>
    <dgm:cxn modelId="{C11F413E-7FC7-4DF8-8A2F-3D637617AB74}" type="presParOf" srcId="{E8C4ED29-F986-4B20-B56E-2A9C1FEC0673}" destId="{C6223281-AC92-4F9F-A83A-781ABE454814}" srcOrd="3" destOrd="0" presId="urn:microsoft.com/office/officeart/2018/2/layout/IconVerticalSolidList"/>
    <dgm:cxn modelId="{3CA489FD-CCBE-4BE1-AF7C-BB1CAC2FBBB1}" type="presParOf" srcId="{DA60E746-4D4B-4E51-B3DF-043272596E67}" destId="{FD84C82A-6D0A-49EB-9BCE-E23F487787C0}" srcOrd="5" destOrd="0" presId="urn:microsoft.com/office/officeart/2018/2/layout/IconVerticalSolidList"/>
    <dgm:cxn modelId="{76C5912C-6850-41B4-A9FF-754A09B98224}" type="presParOf" srcId="{DA60E746-4D4B-4E51-B3DF-043272596E67}" destId="{30E1A211-5E10-4E54-B937-645439BE0B66}" srcOrd="6" destOrd="0" presId="urn:microsoft.com/office/officeart/2018/2/layout/IconVerticalSolidList"/>
    <dgm:cxn modelId="{DCE1533E-4E1E-41CD-A5B9-E59295ECBFD9}" type="presParOf" srcId="{30E1A211-5E10-4E54-B937-645439BE0B66}" destId="{617B53EC-552E-4518-950B-FCD769E2EBF9}" srcOrd="0" destOrd="0" presId="urn:microsoft.com/office/officeart/2018/2/layout/IconVerticalSolidList"/>
    <dgm:cxn modelId="{A6BDDF27-261E-4A16-84B3-E39C32D1CD39}" type="presParOf" srcId="{30E1A211-5E10-4E54-B937-645439BE0B66}" destId="{2D4E6C6E-4C56-40F5-BC1A-7171DA4B67A5}" srcOrd="1" destOrd="0" presId="urn:microsoft.com/office/officeart/2018/2/layout/IconVerticalSolidList"/>
    <dgm:cxn modelId="{94294F61-CFCC-4E3F-BA21-FE9B8A7B9B24}" type="presParOf" srcId="{30E1A211-5E10-4E54-B937-645439BE0B66}" destId="{052A719A-D1D6-4C9D-BB89-37EADB91A6DE}" srcOrd="2" destOrd="0" presId="urn:microsoft.com/office/officeart/2018/2/layout/IconVerticalSolidList"/>
    <dgm:cxn modelId="{3B666CC2-6CC0-4C59-AE64-89D981CD0839}" type="presParOf" srcId="{30E1A211-5E10-4E54-B937-645439BE0B66}" destId="{C468B461-27B5-4A67-B0A9-19BD8520A03E}" srcOrd="3" destOrd="0" presId="urn:microsoft.com/office/officeart/2018/2/layout/IconVerticalSolidList"/>
    <dgm:cxn modelId="{DB428C4C-4F49-492F-93ED-914BD51B1D96}" type="presParOf" srcId="{DA60E746-4D4B-4E51-B3DF-043272596E67}" destId="{1FC74665-C680-4699-915E-45EBD4EAB9B9}" srcOrd="7" destOrd="0" presId="urn:microsoft.com/office/officeart/2018/2/layout/IconVerticalSolidList"/>
    <dgm:cxn modelId="{1B488243-3D9D-4E45-9AB0-514AAA0E65FC}" type="presParOf" srcId="{DA60E746-4D4B-4E51-B3DF-043272596E67}" destId="{5530FDA1-DB6C-4398-89CB-ECF78155FD74}" srcOrd="8" destOrd="0" presId="urn:microsoft.com/office/officeart/2018/2/layout/IconVerticalSolidList"/>
    <dgm:cxn modelId="{EFF24E05-1B84-42F3-94E6-DE1B0851D5DE}" type="presParOf" srcId="{5530FDA1-DB6C-4398-89CB-ECF78155FD74}" destId="{247FE44D-875C-4A77-A057-6CDD9986725F}" srcOrd="0" destOrd="0" presId="urn:microsoft.com/office/officeart/2018/2/layout/IconVerticalSolidList"/>
    <dgm:cxn modelId="{66B9C341-0538-41C9-B711-E4CD626CE403}" type="presParOf" srcId="{5530FDA1-DB6C-4398-89CB-ECF78155FD74}" destId="{CF528B47-F080-486C-862D-D5B34AED4FAB}" srcOrd="1" destOrd="0" presId="urn:microsoft.com/office/officeart/2018/2/layout/IconVerticalSolidList"/>
    <dgm:cxn modelId="{A2C63621-A122-45D6-A9AC-C4699C121FDF}" type="presParOf" srcId="{5530FDA1-DB6C-4398-89CB-ECF78155FD74}" destId="{0EBB09F3-6621-424C-94A2-B4807CAFD3AA}" srcOrd="2" destOrd="0" presId="urn:microsoft.com/office/officeart/2018/2/layout/IconVerticalSolidList"/>
    <dgm:cxn modelId="{493934DE-14A2-4050-A544-188AA28D6330}" type="presParOf" srcId="{5530FDA1-DB6C-4398-89CB-ECF78155FD74}" destId="{50870FB2-C12D-4F18-8A63-16F05064FF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C19FB-288E-4E70-9469-1D24E86DAF7B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pt-BR"/>
        </a:p>
      </dgm:t>
    </dgm:pt>
    <dgm:pt modelId="{E1213282-9E82-4437-AFCD-EDA17CF55534}">
      <dgm:prSet/>
      <dgm:spPr/>
      <dgm:t>
        <a:bodyPr/>
        <a:lstStyle/>
        <a:p>
          <a:pPr>
            <a:defRPr b="1"/>
          </a:pPr>
          <a:r>
            <a:rPr lang="pt-BR" dirty="0"/>
            <a:t>Evolução temporal</a:t>
          </a:r>
        </a:p>
      </dgm:t>
    </dgm:pt>
    <dgm:pt modelId="{095C59ED-1E5E-4104-A6B9-BE32131E1FB2}" type="parTrans" cxnId="{C1E7E24B-2FA0-4F48-813D-439DF82D4986}">
      <dgm:prSet/>
      <dgm:spPr/>
      <dgm:t>
        <a:bodyPr/>
        <a:lstStyle/>
        <a:p>
          <a:endParaRPr lang="pt-BR"/>
        </a:p>
      </dgm:t>
    </dgm:pt>
    <dgm:pt modelId="{A8E32DEB-D8B4-4AD6-8106-24C38412C9A9}" type="sibTrans" cxnId="{C1E7E24B-2FA0-4F48-813D-439DF82D4986}">
      <dgm:prSet/>
      <dgm:spPr/>
      <dgm:t>
        <a:bodyPr/>
        <a:lstStyle/>
        <a:p>
          <a:endParaRPr lang="pt-BR"/>
        </a:p>
      </dgm:t>
    </dgm:pt>
    <dgm:pt modelId="{E611CE7D-A94C-4800-8390-07562BE86073}">
      <dgm:prSet/>
      <dgm:spPr/>
      <dgm:t>
        <a:bodyPr/>
        <a:lstStyle/>
        <a:p>
          <a:pPr>
            <a:defRPr b="1"/>
          </a:pPr>
          <a:r>
            <a:rPr lang="pt-BR" dirty="0"/>
            <a:t>Onde?</a:t>
          </a:r>
        </a:p>
      </dgm:t>
    </dgm:pt>
    <dgm:pt modelId="{909B7251-C419-49E0-983D-02DAFF58B0EC}" type="parTrans" cxnId="{63E1CB8A-22B9-4832-9D6A-42465139A078}">
      <dgm:prSet/>
      <dgm:spPr/>
      <dgm:t>
        <a:bodyPr/>
        <a:lstStyle/>
        <a:p>
          <a:endParaRPr lang="pt-BR"/>
        </a:p>
      </dgm:t>
    </dgm:pt>
    <dgm:pt modelId="{67030759-3DB5-42E7-A0BC-0A2364B4A91B}" type="sibTrans" cxnId="{63E1CB8A-22B9-4832-9D6A-42465139A078}">
      <dgm:prSet/>
      <dgm:spPr/>
      <dgm:t>
        <a:bodyPr/>
        <a:lstStyle/>
        <a:p>
          <a:endParaRPr lang="pt-BR"/>
        </a:p>
      </dgm:t>
    </dgm:pt>
    <dgm:pt modelId="{709B92B4-D221-42F0-A815-8EA29C9392D9}">
      <dgm:prSet/>
      <dgm:spPr/>
      <dgm:t>
        <a:bodyPr/>
        <a:lstStyle/>
        <a:p>
          <a:pPr>
            <a:defRPr b="1"/>
          </a:pPr>
          <a:r>
            <a:rPr lang="pt-BR" dirty="0"/>
            <a:t>Distribuição geográfica</a:t>
          </a:r>
        </a:p>
      </dgm:t>
    </dgm:pt>
    <dgm:pt modelId="{0EC43A77-ADD9-42F8-AB0D-D25F9B43A242}" type="parTrans" cxnId="{4917057F-FEE9-4095-A751-F266CBA72BFB}">
      <dgm:prSet/>
      <dgm:spPr/>
      <dgm:t>
        <a:bodyPr/>
        <a:lstStyle/>
        <a:p>
          <a:endParaRPr lang="pt-BR"/>
        </a:p>
      </dgm:t>
    </dgm:pt>
    <dgm:pt modelId="{D244F641-C2F6-44E0-9571-02E078FEB70E}" type="sibTrans" cxnId="{4917057F-FEE9-4095-A751-F266CBA72BFB}">
      <dgm:prSet/>
      <dgm:spPr/>
      <dgm:t>
        <a:bodyPr/>
        <a:lstStyle/>
        <a:p>
          <a:endParaRPr lang="pt-BR"/>
        </a:p>
      </dgm:t>
    </dgm:pt>
    <dgm:pt modelId="{6149CDB3-8D93-48C7-9855-E9E8EE206187}">
      <dgm:prSet/>
      <dgm:spPr/>
      <dgm:t>
        <a:bodyPr/>
        <a:lstStyle/>
        <a:p>
          <a:pPr>
            <a:defRPr b="1"/>
          </a:pPr>
          <a:r>
            <a:rPr lang="pt-BR" dirty="0"/>
            <a:t>Quando?</a:t>
          </a:r>
        </a:p>
      </dgm:t>
    </dgm:pt>
    <dgm:pt modelId="{31AF2782-AEE7-4495-BF42-459489919A4A}" type="parTrans" cxnId="{9FA93A6D-153C-4D31-B36A-F77D5B856485}">
      <dgm:prSet/>
      <dgm:spPr/>
      <dgm:t>
        <a:bodyPr/>
        <a:lstStyle/>
        <a:p>
          <a:endParaRPr lang="pt-BR"/>
        </a:p>
      </dgm:t>
    </dgm:pt>
    <dgm:pt modelId="{3E4EEF3F-A7ED-4428-9CAF-552A18558B39}" type="sibTrans" cxnId="{9FA93A6D-153C-4D31-B36A-F77D5B856485}">
      <dgm:prSet/>
      <dgm:spPr/>
      <dgm:t>
        <a:bodyPr/>
        <a:lstStyle/>
        <a:p>
          <a:endParaRPr lang="pt-BR"/>
        </a:p>
      </dgm:t>
    </dgm:pt>
    <dgm:pt modelId="{A9FA45CE-3A37-46B1-A7CE-C61B4E08A411}">
      <dgm:prSet/>
      <dgm:spPr/>
      <dgm:t>
        <a:bodyPr/>
        <a:lstStyle/>
        <a:p>
          <a:pPr>
            <a:defRPr b="1"/>
          </a:pPr>
          <a:r>
            <a:rPr lang="pt-BR" dirty="0"/>
            <a:t>Responsáveis por trás das reclamações</a:t>
          </a:r>
        </a:p>
      </dgm:t>
    </dgm:pt>
    <dgm:pt modelId="{E7736506-F65E-4704-899D-627ADAD3FD3D}" type="parTrans" cxnId="{94EA9ABB-2741-49D6-B31A-FB0ED7ADF134}">
      <dgm:prSet/>
      <dgm:spPr/>
      <dgm:t>
        <a:bodyPr/>
        <a:lstStyle/>
        <a:p>
          <a:endParaRPr lang="pt-BR"/>
        </a:p>
      </dgm:t>
    </dgm:pt>
    <dgm:pt modelId="{A497A2AB-7220-482C-A1D8-E3FDC4F29A85}" type="sibTrans" cxnId="{94EA9ABB-2741-49D6-B31A-FB0ED7ADF134}">
      <dgm:prSet/>
      <dgm:spPr/>
      <dgm:t>
        <a:bodyPr/>
        <a:lstStyle/>
        <a:p>
          <a:endParaRPr lang="pt-BR"/>
        </a:p>
      </dgm:t>
    </dgm:pt>
    <dgm:pt modelId="{17CAA28C-0DB3-42D4-8AB3-3F79CE1FD087}">
      <dgm:prSet/>
      <dgm:spPr/>
      <dgm:t>
        <a:bodyPr/>
        <a:lstStyle/>
        <a:p>
          <a:pPr>
            <a:defRPr b="1"/>
          </a:pPr>
          <a:r>
            <a:rPr lang="pt-BR" dirty="0"/>
            <a:t>Por que?</a:t>
          </a:r>
        </a:p>
      </dgm:t>
    </dgm:pt>
    <dgm:pt modelId="{05B9F436-FD0F-440C-A00F-66B793135942}" type="parTrans" cxnId="{02612B3B-F7F7-4E87-9276-6B30175BB3FE}">
      <dgm:prSet/>
      <dgm:spPr/>
      <dgm:t>
        <a:bodyPr/>
        <a:lstStyle/>
        <a:p>
          <a:endParaRPr lang="pt-BR"/>
        </a:p>
      </dgm:t>
    </dgm:pt>
    <dgm:pt modelId="{636DCD37-6AF6-4B29-AF1B-37E1CEEC47FD}" type="sibTrans" cxnId="{02612B3B-F7F7-4E87-9276-6B30175BB3FE}">
      <dgm:prSet/>
      <dgm:spPr/>
      <dgm:t>
        <a:bodyPr/>
        <a:lstStyle/>
        <a:p>
          <a:endParaRPr lang="pt-BR"/>
        </a:p>
      </dgm:t>
    </dgm:pt>
    <dgm:pt modelId="{43011AD7-98E8-4385-B594-31613748A5BA}" type="pres">
      <dgm:prSet presAssocID="{BFBC19FB-288E-4E70-9469-1D24E86DAF7B}" presName="root" presStyleCnt="0">
        <dgm:presLayoutVars>
          <dgm:chMax/>
          <dgm:chPref/>
          <dgm:animLvl val="lvl"/>
        </dgm:presLayoutVars>
      </dgm:prSet>
      <dgm:spPr/>
    </dgm:pt>
    <dgm:pt modelId="{485A32E5-AE9B-44A1-90CC-70802CA96762}" type="pres">
      <dgm:prSet presAssocID="{BFBC19FB-288E-4E70-9469-1D24E86DAF7B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B6E318A7-14BC-4AB7-80B2-F9F5C5E9AA05}" type="pres">
      <dgm:prSet presAssocID="{BFBC19FB-288E-4E70-9469-1D24E86DAF7B}" presName="nodes" presStyleCnt="0">
        <dgm:presLayoutVars>
          <dgm:chMax/>
          <dgm:chPref/>
          <dgm:animLvl val="lvl"/>
        </dgm:presLayoutVars>
      </dgm:prSet>
      <dgm:spPr/>
    </dgm:pt>
    <dgm:pt modelId="{244BBE5E-F899-42CA-9BB0-4E743EFCD552}" type="pres">
      <dgm:prSet presAssocID="{E1213282-9E82-4437-AFCD-EDA17CF55534}" presName="composite" presStyleCnt="0"/>
      <dgm:spPr/>
    </dgm:pt>
    <dgm:pt modelId="{782147EC-63B8-4AEC-B2A3-2C4F32382BB6}" type="pres">
      <dgm:prSet presAssocID="{E1213282-9E82-4437-AFCD-EDA17CF55534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5E27530-2014-434E-9283-318C5BE7D55F}" type="pres">
      <dgm:prSet presAssocID="{E1213282-9E82-4437-AFCD-EDA17CF55534}" presName="DropPinPlaceHolder" presStyleCnt="0"/>
      <dgm:spPr/>
    </dgm:pt>
    <dgm:pt modelId="{79B51A46-C718-4A75-8787-AF3CB592879C}" type="pres">
      <dgm:prSet presAssocID="{E1213282-9E82-4437-AFCD-EDA17CF55534}" presName="DropPin" presStyleLbl="alignNode1" presStyleIdx="0" presStyleCnt="12"/>
      <dgm:spPr/>
    </dgm:pt>
    <dgm:pt modelId="{C881A346-7557-4432-B1E6-B3579148A9FA}" type="pres">
      <dgm:prSet presAssocID="{E1213282-9E82-4437-AFCD-EDA17CF55534}" presName="Ellipse" presStyleLbl="fgAcc1" presStyleIdx="0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1F2135D-2D4A-4F7B-A0F2-F89B088C2B14}" type="pres">
      <dgm:prSet presAssocID="{E1213282-9E82-4437-AFCD-EDA17CF55534}" presName="L2TextContainer" presStyleLbl="revTx" presStyleIdx="0" presStyleCnt="6">
        <dgm:presLayoutVars>
          <dgm:bulletEnabled val="1"/>
        </dgm:presLayoutVars>
      </dgm:prSet>
      <dgm:spPr/>
    </dgm:pt>
    <dgm:pt modelId="{D67C9C8A-D2CF-4205-A7E1-11C15089B8DA}" type="pres">
      <dgm:prSet presAssocID="{E1213282-9E82-4437-AFCD-EDA17CF55534}" presName="L1TextContainer" presStyleLbl="alignNode1" presStyleIdx="1" presStyleCnt="12">
        <dgm:presLayoutVars>
          <dgm:chMax val="1"/>
          <dgm:chPref val="1"/>
          <dgm:bulletEnabled val="1"/>
        </dgm:presLayoutVars>
      </dgm:prSet>
      <dgm:spPr/>
    </dgm:pt>
    <dgm:pt modelId="{DD339ADE-2DFA-4C5C-B943-F3498CDFE89A}" type="pres">
      <dgm:prSet presAssocID="{E1213282-9E82-4437-AFCD-EDA17CF55534}" presName="ConnectLine" presStyleLbl="sibTrans1D1" presStyleIdx="0" presStyleCnt="6"/>
      <dgm:spPr/>
    </dgm:pt>
    <dgm:pt modelId="{73DD824B-5FBB-4EA1-AB11-4CEAF856DEF5}" type="pres">
      <dgm:prSet presAssocID="{E1213282-9E82-4437-AFCD-EDA17CF55534}" presName="EmptyPlaceHolder" presStyleCnt="0"/>
      <dgm:spPr/>
    </dgm:pt>
    <dgm:pt modelId="{E8AA68F7-68D9-4FF9-8405-24DB50FE92F6}" type="pres">
      <dgm:prSet presAssocID="{A8E32DEB-D8B4-4AD6-8106-24C38412C9A9}" presName="spaceBetweenRectangles" presStyleCnt="0"/>
      <dgm:spPr/>
    </dgm:pt>
    <dgm:pt modelId="{F208315C-0FE2-4409-863A-D8C9B1FC9359}" type="pres">
      <dgm:prSet presAssocID="{E611CE7D-A94C-4800-8390-07562BE86073}" presName="composite" presStyleCnt="0"/>
      <dgm:spPr/>
    </dgm:pt>
    <dgm:pt modelId="{64FD10DA-1767-4D46-8CF8-D26756330140}" type="pres">
      <dgm:prSet presAssocID="{E611CE7D-A94C-4800-8390-07562BE86073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0A904B9-B687-46E3-A641-47E4D2E1A0F1}" type="pres">
      <dgm:prSet presAssocID="{E611CE7D-A94C-4800-8390-07562BE86073}" presName="DropPinPlaceHolder" presStyleCnt="0"/>
      <dgm:spPr/>
    </dgm:pt>
    <dgm:pt modelId="{82762C73-9FD6-42F3-A2C1-9D3E93FA8801}" type="pres">
      <dgm:prSet presAssocID="{E611CE7D-A94C-4800-8390-07562BE86073}" presName="DropPin" presStyleLbl="alignNode1" presStyleIdx="2" presStyleCnt="12"/>
      <dgm:spPr/>
    </dgm:pt>
    <dgm:pt modelId="{EA326DB3-106A-40D2-9F00-456B6B5A616D}" type="pres">
      <dgm:prSet presAssocID="{E611CE7D-A94C-4800-8390-07562BE86073}" presName="Ellipse" presStyleLbl="fgAcc1" presStyleIdx="1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9DF0CB87-66D2-4563-8C93-1D818393134A}" type="pres">
      <dgm:prSet presAssocID="{E611CE7D-A94C-4800-8390-07562BE86073}" presName="L2TextContainer" presStyleLbl="revTx" presStyleIdx="1" presStyleCnt="6">
        <dgm:presLayoutVars>
          <dgm:bulletEnabled val="1"/>
        </dgm:presLayoutVars>
      </dgm:prSet>
      <dgm:spPr/>
    </dgm:pt>
    <dgm:pt modelId="{BEB8AF2D-841D-4B2B-B13F-CF01F9A2D4AE}" type="pres">
      <dgm:prSet presAssocID="{E611CE7D-A94C-4800-8390-07562BE86073}" presName="L1TextContainer" presStyleLbl="alignNode1" presStyleIdx="3" presStyleCnt="12" custLinFactNeighborX="-28229" custLinFactNeighborY="10660">
        <dgm:presLayoutVars>
          <dgm:chMax val="1"/>
          <dgm:chPref val="1"/>
          <dgm:bulletEnabled val="1"/>
        </dgm:presLayoutVars>
      </dgm:prSet>
      <dgm:spPr/>
    </dgm:pt>
    <dgm:pt modelId="{CD5046CE-5065-4725-9DF2-1768E8226E21}" type="pres">
      <dgm:prSet presAssocID="{E611CE7D-A94C-4800-8390-07562BE86073}" presName="ConnectLine" presStyleLbl="sibTrans1D1" presStyleIdx="1" presStyleCnt="6" custLinFactX="-1267314" custLinFactNeighborX="-1300000" custLinFactNeighborY="666"/>
      <dgm:spPr/>
    </dgm:pt>
    <dgm:pt modelId="{6EA224B6-53EB-491F-A459-3ECD1F1E37E7}" type="pres">
      <dgm:prSet presAssocID="{E611CE7D-A94C-4800-8390-07562BE86073}" presName="EmptyPlaceHolder" presStyleCnt="0"/>
      <dgm:spPr/>
    </dgm:pt>
    <dgm:pt modelId="{E4B0F2EC-E98C-46B0-8D16-4EC11392E8A1}" type="pres">
      <dgm:prSet presAssocID="{67030759-3DB5-42E7-A0BC-0A2364B4A91B}" presName="spaceBetweenRectangles" presStyleCnt="0"/>
      <dgm:spPr/>
    </dgm:pt>
    <dgm:pt modelId="{64E753B6-FFBE-468D-90D6-3133F5D7AB86}" type="pres">
      <dgm:prSet presAssocID="{709B92B4-D221-42F0-A815-8EA29C9392D9}" presName="composite" presStyleCnt="0"/>
      <dgm:spPr/>
    </dgm:pt>
    <dgm:pt modelId="{838B7FAF-897C-4BFC-81C2-ECC6CA5D1028}" type="pres">
      <dgm:prSet presAssocID="{709B92B4-D221-42F0-A815-8EA29C9392D9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6A1B8A1-0F9F-4603-B5E8-9B7CC26E5C53}" type="pres">
      <dgm:prSet presAssocID="{709B92B4-D221-42F0-A815-8EA29C9392D9}" presName="DropPinPlaceHolder" presStyleCnt="0"/>
      <dgm:spPr/>
    </dgm:pt>
    <dgm:pt modelId="{26F16F55-E285-4E1E-88DC-79AB8161B71A}" type="pres">
      <dgm:prSet presAssocID="{709B92B4-D221-42F0-A815-8EA29C9392D9}" presName="DropPin" presStyleLbl="alignNode1" presStyleIdx="4" presStyleCnt="12"/>
      <dgm:spPr/>
    </dgm:pt>
    <dgm:pt modelId="{28A4114B-97CC-4040-8A1B-73CF035B3EA1}" type="pres">
      <dgm:prSet presAssocID="{709B92B4-D221-42F0-A815-8EA29C9392D9}" presName="Ellipse" presStyleLbl="fgAcc1" presStyleIdx="2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E0864DE-AE16-4129-860D-6543E247CEA4}" type="pres">
      <dgm:prSet presAssocID="{709B92B4-D221-42F0-A815-8EA29C9392D9}" presName="L2TextContainer" presStyleLbl="revTx" presStyleIdx="2" presStyleCnt="6">
        <dgm:presLayoutVars>
          <dgm:bulletEnabled val="1"/>
        </dgm:presLayoutVars>
      </dgm:prSet>
      <dgm:spPr/>
    </dgm:pt>
    <dgm:pt modelId="{B0B11503-05A0-4066-B414-DE2AC0C276C0}" type="pres">
      <dgm:prSet presAssocID="{709B92B4-D221-42F0-A815-8EA29C9392D9}" presName="L1TextContainer" presStyleLbl="alignNode1" presStyleIdx="5" presStyleCnt="12">
        <dgm:presLayoutVars>
          <dgm:chMax val="1"/>
          <dgm:chPref val="1"/>
          <dgm:bulletEnabled val="1"/>
        </dgm:presLayoutVars>
      </dgm:prSet>
      <dgm:spPr/>
    </dgm:pt>
    <dgm:pt modelId="{E2C95F14-B783-4CA8-9D74-2050760A89DD}" type="pres">
      <dgm:prSet presAssocID="{709B92B4-D221-42F0-A815-8EA29C9392D9}" presName="ConnectLine" presStyleLbl="sibTrans1D1" presStyleIdx="2" presStyleCnt="6"/>
      <dgm:spPr/>
    </dgm:pt>
    <dgm:pt modelId="{44B9AFA7-F8EE-4D43-9316-3C036085F871}" type="pres">
      <dgm:prSet presAssocID="{709B92B4-D221-42F0-A815-8EA29C9392D9}" presName="EmptyPlaceHolder" presStyleCnt="0"/>
      <dgm:spPr/>
    </dgm:pt>
    <dgm:pt modelId="{F4A221F4-A25E-4BD5-B67D-A98F39966F94}" type="pres">
      <dgm:prSet presAssocID="{D244F641-C2F6-44E0-9571-02E078FEB70E}" presName="spaceBetweenRectangles" presStyleCnt="0"/>
      <dgm:spPr/>
    </dgm:pt>
    <dgm:pt modelId="{31DA1F64-ED46-46DE-9A2C-7FFB00A7EF53}" type="pres">
      <dgm:prSet presAssocID="{6149CDB3-8D93-48C7-9855-E9E8EE206187}" presName="composite" presStyleCnt="0"/>
      <dgm:spPr/>
    </dgm:pt>
    <dgm:pt modelId="{FB938908-FE7A-4084-BBBF-5CAEC8B17E89}" type="pres">
      <dgm:prSet presAssocID="{6149CDB3-8D93-48C7-9855-E9E8EE206187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8E9A82B-6467-41AD-BE5F-1A0522C07A4A}" type="pres">
      <dgm:prSet presAssocID="{6149CDB3-8D93-48C7-9855-E9E8EE206187}" presName="DropPinPlaceHolder" presStyleCnt="0"/>
      <dgm:spPr/>
    </dgm:pt>
    <dgm:pt modelId="{B38642D8-5A79-4668-804C-0FA4B215C16A}" type="pres">
      <dgm:prSet presAssocID="{6149CDB3-8D93-48C7-9855-E9E8EE206187}" presName="DropPin" presStyleLbl="alignNode1" presStyleIdx="6" presStyleCnt="12"/>
      <dgm:spPr/>
    </dgm:pt>
    <dgm:pt modelId="{D9543417-4DD6-4C68-A0E3-6D1E83658724}" type="pres">
      <dgm:prSet presAssocID="{6149CDB3-8D93-48C7-9855-E9E8EE206187}" presName="Ellipse" presStyleLbl="fgAcc1" presStyleIdx="3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6F1D79D-5AEC-4162-93F5-AB2FF2BA9CFD}" type="pres">
      <dgm:prSet presAssocID="{6149CDB3-8D93-48C7-9855-E9E8EE206187}" presName="L2TextContainer" presStyleLbl="revTx" presStyleIdx="3" presStyleCnt="6">
        <dgm:presLayoutVars>
          <dgm:bulletEnabled val="1"/>
        </dgm:presLayoutVars>
      </dgm:prSet>
      <dgm:spPr/>
    </dgm:pt>
    <dgm:pt modelId="{17C4A7A8-D694-46C7-A16A-DB8CEAA92EC5}" type="pres">
      <dgm:prSet presAssocID="{6149CDB3-8D93-48C7-9855-E9E8EE206187}" presName="L1TextContainer" presStyleLbl="alignNode1" presStyleIdx="7" presStyleCnt="12" custLinFactNeighborX="-12814" custLinFactNeighborY="5330">
        <dgm:presLayoutVars>
          <dgm:chMax val="1"/>
          <dgm:chPref val="1"/>
          <dgm:bulletEnabled val="1"/>
        </dgm:presLayoutVars>
      </dgm:prSet>
      <dgm:spPr/>
    </dgm:pt>
    <dgm:pt modelId="{06B41DAF-420C-4F72-A4CB-673EDF7CC10E}" type="pres">
      <dgm:prSet presAssocID="{6149CDB3-8D93-48C7-9855-E9E8EE206187}" presName="ConnectLine" presStyleLbl="sibTrans1D1" presStyleIdx="3" presStyleCnt="6" custLinFactX="-400000" custLinFactNeighborX="-419356" custLinFactNeighborY="2217"/>
      <dgm:spPr/>
    </dgm:pt>
    <dgm:pt modelId="{9E7125D9-DA0B-4C2D-B36E-C25941945123}" type="pres">
      <dgm:prSet presAssocID="{6149CDB3-8D93-48C7-9855-E9E8EE206187}" presName="EmptyPlaceHolder" presStyleCnt="0"/>
      <dgm:spPr/>
    </dgm:pt>
    <dgm:pt modelId="{4A3D3EC6-1A1D-4D9B-ACD7-C4C79E9A5984}" type="pres">
      <dgm:prSet presAssocID="{3E4EEF3F-A7ED-4428-9CAF-552A18558B39}" presName="spaceBetweenRectangles" presStyleCnt="0"/>
      <dgm:spPr/>
    </dgm:pt>
    <dgm:pt modelId="{70431BD5-243B-423C-B5F0-8955401AE17C}" type="pres">
      <dgm:prSet presAssocID="{A9FA45CE-3A37-46B1-A7CE-C61B4E08A411}" presName="composite" presStyleCnt="0"/>
      <dgm:spPr/>
    </dgm:pt>
    <dgm:pt modelId="{CCAC104E-CBCE-4C44-AE20-5058E597B7BE}" type="pres">
      <dgm:prSet presAssocID="{A9FA45CE-3A37-46B1-A7CE-C61B4E08A411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BB9B1AE-D095-4A6E-829E-3246A197B720}" type="pres">
      <dgm:prSet presAssocID="{A9FA45CE-3A37-46B1-A7CE-C61B4E08A411}" presName="DropPinPlaceHolder" presStyleCnt="0"/>
      <dgm:spPr/>
    </dgm:pt>
    <dgm:pt modelId="{AB47D22B-8484-47FF-B35D-61FB74D4EB31}" type="pres">
      <dgm:prSet presAssocID="{A9FA45CE-3A37-46B1-A7CE-C61B4E08A411}" presName="DropPin" presStyleLbl="alignNode1" presStyleIdx="8" presStyleCnt="12"/>
      <dgm:spPr/>
    </dgm:pt>
    <dgm:pt modelId="{9919D6B7-7078-4C3D-9FE2-9F9C8341C959}" type="pres">
      <dgm:prSet presAssocID="{A9FA45CE-3A37-46B1-A7CE-C61B4E08A411}" presName="Ellipse" presStyleLbl="fgAcc1" presStyleIdx="4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D11DED84-AB57-4974-B396-7AC678EFFA55}" type="pres">
      <dgm:prSet presAssocID="{A9FA45CE-3A37-46B1-A7CE-C61B4E08A411}" presName="L2TextContainer" presStyleLbl="revTx" presStyleIdx="4" presStyleCnt="6">
        <dgm:presLayoutVars>
          <dgm:bulletEnabled val="1"/>
        </dgm:presLayoutVars>
      </dgm:prSet>
      <dgm:spPr/>
    </dgm:pt>
    <dgm:pt modelId="{500087FE-2DBE-4FFC-9C14-2310D8A86F0C}" type="pres">
      <dgm:prSet presAssocID="{A9FA45CE-3A37-46B1-A7CE-C61B4E08A411}" presName="L1TextContainer" presStyleLbl="alignNode1" presStyleIdx="9" presStyleCnt="12" custScaleX="124142" custLinFactNeighborX="15426" custLinFactNeighborY="15737">
        <dgm:presLayoutVars>
          <dgm:chMax val="1"/>
          <dgm:chPref val="1"/>
          <dgm:bulletEnabled val="1"/>
        </dgm:presLayoutVars>
      </dgm:prSet>
      <dgm:spPr/>
    </dgm:pt>
    <dgm:pt modelId="{E01BCEC1-0D2C-4731-A534-F2EA69350928}" type="pres">
      <dgm:prSet presAssocID="{A9FA45CE-3A37-46B1-A7CE-C61B4E08A411}" presName="ConnectLine" presStyleLbl="sibTrans1D1" presStyleIdx="4" presStyleCnt="6"/>
      <dgm:spPr/>
    </dgm:pt>
    <dgm:pt modelId="{7B703B11-556C-4259-877A-A7FBF47E5E12}" type="pres">
      <dgm:prSet presAssocID="{A9FA45CE-3A37-46B1-A7CE-C61B4E08A411}" presName="EmptyPlaceHolder" presStyleCnt="0"/>
      <dgm:spPr/>
    </dgm:pt>
    <dgm:pt modelId="{192BE7E5-7998-4F3D-B50A-64B3C6F43515}" type="pres">
      <dgm:prSet presAssocID="{A497A2AB-7220-482C-A1D8-E3FDC4F29A85}" presName="spaceBetweenRectangles" presStyleCnt="0"/>
      <dgm:spPr/>
    </dgm:pt>
    <dgm:pt modelId="{E352A81F-3491-4B79-8679-5D3AB3AC6559}" type="pres">
      <dgm:prSet presAssocID="{17CAA28C-0DB3-42D4-8AB3-3F79CE1FD087}" presName="composite" presStyleCnt="0"/>
      <dgm:spPr/>
    </dgm:pt>
    <dgm:pt modelId="{7C3ACEEA-8FEC-48F5-9DE6-1E747E3CFD42}" type="pres">
      <dgm:prSet presAssocID="{17CAA28C-0DB3-42D4-8AB3-3F79CE1FD087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8C46FC-48B6-432E-8E97-36C2AAB53DF9}" type="pres">
      <dgm:prSet presAssocID="{17CAA28C-0DB3-42D4-8AB3-3F79CE1FD087}" presName="DropPinPlaceHolder" presStyleCnt="0"/>
      <dgm:spPr/>
    </dgm:pt>
    <dgm:pt modelId="{3D23298D-8525-40AE-9424-92E9603E8AAF}" type="pres">
      <dgm:prSet presAssocID="{17CAA28C-0DB3-42D4-8AB3-3F79CE1FD087}" presName="DropPin" presStyleLbl="alignNode1" presStyleIdx="10" presStyleCnt="12"/>
      <dgm:spPr/>
    </dgm:pt>
    <dgm:pt modelId="{74E95F1F-48C8-44CA-AAD0-682E28962D52}" type="pres">
      <dgm:prSet presAssocID="{17CAA28C-0DB3-42D4-8AB3-3F79CE1FD087}" presName="Ellipse" presStyleLbl="fgAcc1" presStyleIdx="5" presStyleCnt="6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DF9E4A15-D26A-4D6C-8E29-836CF6397D5E}" type="pres">
      <dgm:prSet presAssocID="{17CAA28C-0DB3-42D4-8AB3-3F79CE1FD087}" presName="L2TextContainer" presStyleLbl="revTx" presStyleIdx="5" presStyleCnt="6">
        <dgm:presLayoutVars>
          <dgm:bulletEnabled val="1"/>
        </dgm:presLayoutVars>
      </dgm:prSet>
      <dgm:spPr/>
    </dgm:pt>
    <dgm:pt modelId="{5D9E0D37-42A6-4BCF-AD56-8DA7CF5A85D9}" type="pres">
      <dgm:prSet presAssocID="{17CAA28C-0DB3-42D4-8AB3-3F79CE1FD087}" presName="L1TextContainer" presStyleLbl="alignNode1" presStyleIdx="11" presStyleCnt="12" custLinFactNeighborX="-3675" custLinFactNeighborY="0">
        <dgm:presLayoutVars>
          <dgm:chMax val="1"/>
          <dgm:chPref val="1"/>
          <dgm:bulletEnabled val="1"/>
        </dgm:presLayoutVars>
      </dgm:prSet>
      <dgm:spPr/>
    </dgm:pt>
    <dgm:pt modelId="{0BA12A29-2DA4-4438-B7E5-3752146DA6D8}" type="pres">
      <dgm:prSet presAssocID="{17CAA28C-0DB3-42D4-8AB3-3F79CE1FD087}" presName="ConnectLine" presStyleLbl="sibTrans1D1" presStyleIdx="5" presStyleCnt="6"/>
      <dgm:spPr/>
    </dgm:pt>
    <dgm:pt modelId="{B6CCBB96-190D-40DB-9E3D-69AB454EDE70}" type="pres">
      <dgm:prSet presAssocID="{17CAA28C-0DB3-42D4-8AB3-3F79CE1FD087}" presName="EmptyPlaceHolder" presStyleCnt="0"/>
      <dgm:spPr/>
    </dgm:pt>
  </dgm:ptLst>
  <dgm:cxnLst>
    <dgm:cxn modelId="{1F9F4102-894A-4FE0-A83F-8EDF5936A9A0}" type="presOf" srcId="{17CAA28C-0DB3-42D4-8AB3-3F79CE1FD087}" destId="{5D9E0D37-42A6-4BCF-AD56-8DA7CF5A85D9}" srcOrd="0" destOrd="0" presId="urn:microsoft.com/office/officeart/2024/3/layout/SimpleTimelineDefaultVariant"/>
    <dgm:cxn modelId="{02612B3B-F7F7-4E87-9276-6B30175BB3FE}" srcId="{BFBC19FB-288E-4E70-9469-1D24E86DAF7B}" destId="{17CAA28C-0DB3-42D4-8AB3-3F79CE1FD087}" srcOrd="5" destOrd="0" parTransId="{05B9F436-FD0F-440C-A00F-66B793135942}" sibTransId="{636DCD37-6AF6-4B29-AF1B-37E1CEEC47FD}"/>
    <dgm:cxn modelId="{CCCC4B41-36FE-4704-BF6B-1B1DCD768CCE}" type="presOf" srcId="{E1213282-9E82-4437-AFCD-EDA17CF55534}" destId="{D67C9C8A-D2CF-4205-A7E1-11C15089B8DA}" srcOrd="0" destOrd="0" presId="urn:microsoft.com/office/officeart/2024/3/layout/SimpleTimelineDefaultVariant"/>
    <dgm:cxn modelId="{C1E7E24B-2FA0-4F48-813D-439DF82D4986}" srcId="{BFBC19FB-288E-4E70-9469-1D24E86DAF7B}" destId="{E1213282-9E82-4437-AFCD-EDA17CF55534}" srcOrd="0" destOrd="0" parTransId="{095C59ED-1E5E-4104-A6B9-BE32131E1FB2}" sibTransId="{A8E32DEB-D8B4-4AD6-8106-24C38412C9A9}"/>
    <dgm:cxn modelId="{9FA93A6D-153C-4D31-B36A-F77D5B856485}" srcId="{BFBC19FB-288E-4E70-9469-1D24E86DAF7B}" destId="{6149CDB3-8D93-48C7-9855-E9E8EE206187}" srcOrd="3" destOrd="0" parTransId="{31AF2782-AEE7-4495-BF42-459489919A4A}" sibTransId="{3E4EEF3F-A7ED-4428-9CAF-552A18558B39}"/>
    <dgm:cxn modelId="{B50E9C70-0BA0-4035-98C0-B2EE7A477BAA}" type="presOf" srcId="{709B92B4-D221-42F0-A815-8EA29C9392D9}" destId="{B0B11503-05A0-4066-B414-DE2AC0C276C0}" srcOrd="0" destOrd="0" presId="urn:microsoft.com/office/officeart/2024/3/layout/SimpleTimelineDefaultVariant"/>
    <dgm:cxn modelId="{4917057F-FEE9-4095-A751-F266CBA72BFB}" srcId="{BFBC19FB-288E-4E70-9469-1D24E86DAF7B}" destId="{709B92B4-D221-42F0-A815-8EA29C9392D9}" srcOrd="2" destOrd="0" parTransId="{0EC43A77-ADD9-42F8-AB0D-D25F9B43A242}" sibTransId="{D244F641-C2F6-44E0-9571-02E078FEB70E}"/>
    <dgm:cxn modelId="{63E1CB8A-22B9-4832-9D6A-42465139A078}" srcId="{BFBC19FB-288E-4E70-9469-1D24E86DAF7B}" destId="{E611CE7D-A94C-4800-8390-07562BE86073}" srcOrd="1" destOrd="0" parTransId="{909B7251-C419-49E0-983D-02DAFF58B0EC}" sibTransId="{67030759-3DB5-42E7-A0BC-0A2364B4A91B}"/>
    <dgm:cxn modelId="{98DD069B-E911-43C6-A602-337D4D5FB383}" type="presOf" srcId="{6149CDB3-8D93-48C7-9855-E9E8EE206187}" destId="{17C4A7A8-D694-46C7-A16A-DB8CEAA92EC5}" srcOrd="0" destOrd="0" presId="urn:microsoft.com/office/officeart/2024/3/layout/SimpleTimelineDefaultVariant"/>
    <dgm:cxn modelId="{82A9369D-87A7-4984-8147-D364FB1D1742}" type="presOf" srcId="{E611CE7D-A94C-4800-8390-07562BE86073}" destId="{BEB8AF2D-841D-4B2B-B13F-CF01F9A2D4AE}" srcOrd="0" destOrd="0" presId="urn:microsoft.com/office/officeart/2024/3/layout/SimpleTimelineDefaultVariant"/>
    <dgm:cxn modelId="{725D509D-BC51-4107-BBD9-A9A0385548F3}" type="presOf" srcId="{A9FA45CE-3A37-46B1-A7CE-C61B4E08A411}" destId="{500087FE-2DBE-4FFC-9C14-2310D8A86F0C}" srcOrd="0" destOrd="0" presId="urn:microsoft.com/office/officeart/2024/3/layout/SimpleTimelineDefaultVariant"/>
    <dgm:cxn modelId="{94EA9ABB-2741-49D6-B31A-FB0ED7ADF134}" srcId="{BFBC19FB-288E-4E70-9469-1D24E86DAF7B}" destId="{A9FA45CE-3A37-46B1-A7CE-C61B4E08A411}" srcOrd="4" destOrd="0" parTransId="{E7736506-F65E-4704-899D-627ADAD3FD3D}" sibTransId="{A497A2AB-7220-482C-A1D8-E3FDC4F29A85}"/>
    <dgm:cxn modelId="{038EAED6-48D4-4F73-ADB8-78D098DF01FA}" type="presOf" srcId="{BFBC19FB-288E-4E70-9469-1D24E86DAF7B}" destId="{43011AD7-98E8-4385-B594-31613748A5BA}" srcOrd="0" destOrd="0" presId="urn:microsoft.com/office/officeart/2024/3/layout/SimpleTimelineDefaultVariant"/>
    <dgm:cxn modelId="{6D4B1302-0CB8-476E-AD40-20E559C9D2A2}" type="presParOf" srcId="{43011AD7-98E8-4385-B594-31613748A5BA}" destId="{485A32E5-AE9B-44A1-90CC-70802CA96762}" srcOrd="0" destOrd="0" presId="urn:microsoft.com/office/officeart/2024/3/layout/SimpleTimelineDefaultVariant"/>
    <dgm:cxn modelId="{78A89C51-6BBC-4BAE-95E2-98879B9F2B6C}" type="presParOf" srcId="{43011AD7-98E8-4385-B594-31613748A5BA}" destId="{B6E318A7-14BC-4AB7-80B2-F9F5C5E9AA05}" srcOrd="1" destOrd="0" presId="urn:microsoft.com/office/officeart/2024/3/layout/SimpleTimelineDefaultVariant"/>
    <dgm:cxn modelId="{71EFF07D-F44C-488C-8647-E5A644524120}" type="presParOf" srcId="{B6E318A7-14BC-4AB7-80B2-F9F5C5E9AA05}" destId="{244BBE5E-F899-42CA-9BB0-4E743EFCD552}" srcOrd="0" destOrd="0" presId="urn:microsoft.com/office/officeart/2024/3/layout/SimpleTimelineDefaultVariant"/>
    <dgm:cxn modelId="{51AF306B-41D1-45FD-9946-4A9C607D571B}" type="presParOf" srcId="{244BBE5E-F899-42CA-9BB0-4E743EFCD552}" destId="{782147EC-63B8-4AEC-B2A3-2C4F32382BB6}" srcOrd="0" destOrd="0" presId="urn:microsoft.com/office/officeart/2024/3/layout/SimpleTimelineDefaultVariant"/>
    <dgm:cxn modelId="{A4D3ECD9-3E0D-4982-A6ED-CC75D30F9F25}" type="presParOf" srcId="{244BBE5E-F899-42CA-9BB0-4E743EFCD552}" destId="{C5E27530-2014-434E-9283-318C5BE7D55F}" srcOrd="1" destOrd="0" presId="urn:microsoft.com/office/officeart/2024/3/layout/SimpleTimelineDefaultVariant"/>
    <dgm:cxn modelId="{50616B48-764F-4FCC-BF54-1FDBB34BE29B}" type="presParOf" srcId="{C5E27530-2014-434E-9283-318C5BE7D55F}" destId="{79B51A46-C718-4A75-8787-AF3CB592879C}" srcOrd="0" destOrd="0" presId="urn:microsoft.com/office/officeart/2024/3/layout/SimpleTimelineDefaultVariant"/>
    <dgm:cxn modelId="{FDD69FD2-7A2F-4868-863D-A8FF81B1B99B}" type="presParOf" srcId="{C5E27530-2014-434E-9283-318C5BE7D55F}" destId="{C881A346-7557-4432-B1E6-B3579148A9FA}" srcOrd="1" destOrd="0" presId="urn:microsoft.com/office/officeart/2024/3/layout/SimpleTimelineDefaultVariant"/>
    <dgm:cxn modelId="{F9533882-9DB7-4E0C-8109-32A041284A89}" type="presParOf" srcId="{244BBE5E-F899-42CA-9BB0-4E743EFCD552}" destId="{21F2135D-2D4A-4F7B-A0F2-F89B088C2B14}" srcOrd="2" destOrd="0" presId="urn:microsoft.com/office/officeart/2024/3/layout/SimpleTimelineDefaultVariant"/>
    <dgm:cxn modelId="{AE197765-A9E5-42F5-9752-C5F476366305}" type="presParOf" srcId="{244BBE5E-F899-42CA-9BB0-4E743EFCD552}" destId="{D67C9C8A-D2CF-4205-A7E1-11C15089B8DA}" srcOrd="3" destOrd="0" presId="urn:microsoft.com/office/officeart/2024/3/layout/SimpleTimelineDefaultVariant"/>
    <dgm:cxn modelId="{020C3BBC-7C70-4298-9AB4-4C0B0A00D950}" type="presParOf" srcId="{244BBE5E-F899-42CA-9BB0-4E743EFCD552}" destId="{DD339ADE-2DFA-4C5C-B943-F3498CDFE89A}" srcOrd="4" destOrd="0" presId="urn:microsoft.com/office/officeart/2024/3/layout/SimpleTimelineDefaultVariant"/>
    <dgm:cxn modelId="{D8184A81-89A5-4CBF-99B9-9520A23F88CF}" type="presParOf" srcId="{244BBE5E-F899-42CA-9BB0-4E743EFCD552}" destId="{73DD824B-5FBB-4EA1-AB11-4CEAF856DEF5}" srcOrd="5" destOrd="0" presId="urn:microsoft.com/office/officeart/2024/3/layout/SimpleTimelineDefaultVariant"/>
    <dgm:cxn modelId="{977C27B3-ABD2-49E7-8F2F-D11B28685F95}" type="presParOf" srcId="{B6E318A7-14BC-4AB7-80B2-F9F5C5E9AA05}" destId="{E8AA68F7-68D9-4FF9-8405-24DB50FE92F6}" srcOrd="1" destOrd="0" presId="urn:microsoft.com/office/officeart/2024/3/layout/SimpleTimelineDefaultVariant"/>
    <dgm:cxn modelId="{E6DE9B61-92A0-44EF-820D-177CF118A956}" type="presParOf" srcId="{B6E318A7-14BC-4AB7-80B2-F9F5C5E9AA05}" destId="{F208315C-0FE2-4409-863A-D8C9B1FC9359}" srcOrd="2" destOrd="0" presId="urn:microsoft.com/office/officeart/2024/3/layout/SimpleTimelineDefaultVariant"/>
    <dgm:cxn modelId="{916C215B-E1C7-4CE0-947E-2BA4498D0F07}" type="presParOf" srcId="{F208315C-0FE2-4409-863A-D8C9B1FC9359}" destId="{64FD10DA-1767-4D46-8CF8-D26756330140}" srcOrd="0" destOrd="0" presId="urn:microsoft.com/office/officeart/2024/3/layout/SimpleTimelineDefaultVariant"/>
    <dgm:cxn modelId="{6D7B23D1-B085-4F85-850F-65D6ECE18FD5}" type="presParOf" srcId="{F208315C-0FE2-4409-863A-D8C9B1FC9359}" destId="{E0A904B9-B687-46E3-A641-47E4D2E1A0F1}" srcOrd="1" destOrd="0" presId="urn:microsoft.com/office/officeart/2024/3/layout/SimpleTimelineDefaultVariant"/>
    <dgm:cxn modelId="{04712F6E-00EB-4E72-858D-356CC32097EB}" type="presParOf" srcId="{E0A904B9-B687-46E3-A641-47E4D2E1A0F1}" destId="{82762C73-9FD6-42F3-A2C1-9D3E93FA8801}" srcOrd="0" destOrd="0" presId="urn:microsoft.com/office/officeart/2024/3/layout/SimpleTimelineDefaultVariant"/>
    <dgm:cxn modelId="{16467417-E142-4AB5-9D30-1A7FD7F361C1}" type="presParOf" srcId="{E0A904B9-B687-46E3-A641-47E4D2E1A0F1}" destId="{EA326DB3-106A-40D2-9F00-456B6B5A616D}" srcOrd="1" destOrd="0" presId="urn:microsoft.com/office/officeart/2024/3/layout/SimpleTimelineDefaultVariant"/>
    <dgm:cxn modelId="{10C21CF7-032C-4C21-869D-331A40219134}" type="presParOf" srcId="{F208315C-0FE2-4409-863A-D8C9B1FC9359}" destId="{9DF0CB87-66D2-4563-8C93-1D818393134A}" srcOrd="2" destOrd="0" presId="urn:microsoft.com/office/officeart/2024/3/layout/SimpleTimelineDefaultVariant"/>
    <dgm:cxn modelId="{0B20ACE4-6952-46ED-A251-EB37B8710751}" type="presParOf" srcId="{F208315C-0FE2-4409-863A-D8C9B1FC9359}" destId="{BEB8AF2D-841D-4B2B-B13F-CF01F9A2D4AE}" srcOrd="3" destOrd="0" presId="urn:microsoft.com/office/officeart/2024/3/layout/SimpleTimelineDefaultVariant"/>
    <dgm:cxn modelId="{BB9E0A3E-C748-4C4E-86D8-A1B2A0745361}" type="presParOf" srcId="{F208315C-0FE2-4409-863A-D8C9B1FC9359}" destId="{CD5046CE-5065-4725-9DF2-1768E8226E21}" srcOrd="4" destOrd="0" presId="urn:microsoft.com/office/officeart/2024/3/layout/SimpleTimelineDefaultVariant"/>
    <dgm:cxn modelId="{5487857D-9FF8-41F3-839A-F72BB51F661A}" type="presParOf" srcId="{F208315C-0FE2-4409-863A-D8C9B1FC9359}" destId="{6EA224B6-53EB-491F-A459-3ECD1F1E37E7}" srcOrd="5" destOrd="0" presId="urn:microsoft.com/office/officeart/2024/3/layout/SimpleTimelineDefaultVariant"/>
    <dgm:cxn modelId="{9B910AB9-CE0C-4C82-B2C9-D0D690FFBEF2}" type="presParOf" srcId="{B6E318A7-14BC-4AB7-80B2-F9F5C5E9AA05}" destId="{E4B0F2EC-E98C-46B0-8D16-4EC11392E8A1}" srcOrd="3" destOrd="0" presId="urn:microsoft.com/office/officeart/2024/3/layout/SimpleTimelineDefaultVariant"/>
    <dgm:cxn modelId="{59AA962A-9499-4BAC-A988-D8E24B957762}" type="presParOf" srcId="{B6E318A7-14BC-4AB7-80B2-F9F5C5E9AA05}" destId="{64E753B6-FFBE-468D-90D6-3133F5D7AB86}" srcOrd="4" destOrd="0" presId="urn:microsoft.com/office/officeart/2024/3/layout/SimpleTimelineDefaultVariant"/>
    <dgm:cxn modelId="{A1D9948D-631F-4450-9051-80D38CB2B953}" type="presParOf" srcId="{64E753B6-FFBE-468D-90D6-3133F5D7AB86}" destId="{838B7FAF-897C-4BFC-81C2-ECC6CA5D1028}" srcOrd="0" destOrd="0" presId="urn:microsoft.com/office/officeart/2024/3/layout/SimpleTimelineDefaultVariant"/>
    <dgm:cxn modelId="{E0A4B499-2A79-42E6-8D36-2ABED586253D}" type="presParOf" srcId="{64E753B6-FFBE-468D-90D6-3133F5D7AB86}" destId="{96A1B8A1-0F9F-4603-B5E8-9B7CC26E5C53}" srcOrd="1" destOrd="0" presId="urn:microsoft.com/office/officeart/2024/3/layout/SimpleTimelineDefaultVariant"/>
    <dgm:cxn modelId="{D81A7829-9A07-4830-A22C-1559A7D06006}" type="presParOf" srcId="{96A1B8A1-0F9F-4603-B5E8-9B7CC26E5C53}" destId="{26F16F55-E285-4E1E-88DC-79AB8161B71A}" srcOrd="0" destOrd="0" presId="urn:microsoft.com/office/officeart/2024/3/layout/SimpleTimelineDefaultVariant"/>
    <dgm:cxn modelId="{51E31B3A-7D5B-4827-8578-E22CF6DF74F0}" type="presParOf" srcId="{96A1B8A1-0F9F-4603-B5E8-9B7CC26E5C53}" destId="{28A4114B-97CC-4040-8A1B-73CF035B3EA1}" srcOrd="1" destOrd="0" presId="urn:microsoft.com/office/officeart/2024/3/layout/SimpleTimelineDefaultVariant"/>
    <dgm:cxn modelId="{EC3C54F5-034C-4471-8827-A3F322AB5638}" type="presParOf" srcId="{64E753B6-FFBE-468D-90D6-3133F5D7AB86}" destId="{3E0864DE-AE16-4129-860D-6543E247CEA4}" srcOrd="2" destOrd="0" presId="urn:microsoft.com/office/officeart/2024/3/layout/SimpleTimelineDefaultVariant"/>
    <dgm:cxn modelId="{5DD78564-6318-4A2F-BC8C-1BA69EC50AFD}" type="presParOf" srcId="{64E753B6-FFBE-468D-90D6-3133F5D7AB86}" destId="{B0B11503-05A0-4066-B414-DE2AC0C276C0}" srcOrd="3" destOrd="0" presId="urn:microsoft.com/office/officeart/2024/3/layout/SimpleTimelineDefaultVariant"/>
    <dgm:cxn modelId="{C29018A7-3CFB-4CBC-8D7E-CA4E85DD98AF}" type="presParOf" srcId="{64E753B6-FFBE-468D-90D6-3133F5D7AB86}" destId="{E2C95F14-B783-4CA8-9D74-2050760A89DD}" srcOrd="4" destOrd="0" presId="urn:microsoft.com/office/officeart/2024/3/layout/SimpleTimelineDefaultVariant"/>
    <dgm:cxn modelId="{0DFAE073-D6B3-484D-9347-429E441FE7A6}" type="presParOf" srcId="{64E753B6-FFBE-468D-90D6-3133F5D7AB86}" destId="{44B9AFA7-F8EE-4D43-9316-3C036085F871}" srcOrd="5" destOrd="0" presId="urn:microsoft.com/office/officeart/2024/3/layout/SimpleTimelineDefaultVariant"/>
    <dgm:cxn modelId="{F73CAFF3-E856-40ED-8BFE-4EE331577CB9}" type="presParOf" srcId="{B6E318A7-14BC-4AB7-80B2-F9F5C5E9AA05}" destId="{F4A221F4-A25E-4BD5-B67D-A98F39966F94}" srcOrd="5" destOrd="0" presId="urn:microsoft.com/office/officeart/2024/3/layout/SimpleTimelineDefaultVariant"/>
    <dgm:cxn modelId="{3FCF2AE8-E88B-4E1A-9CF8-4ECF0A3E435B}" type="presParOf" srcId="{B6E318A7-14BC-4AB7-80B2-F9F5C5E9AA05}" destId="{31DA1F64-ED46-46DE-9A2C-7FFB00A7EF53}" srcOrd="6" destOrd="0" presId="urn:microsoft.com/office/officeart/2024/3/layout/SimpleTimelineDefaultVariant"/>
    <dgm:cxn modelId="{20F72130-3A94-404B-93BD-FB6F959B28A4}" type="presParOf" srcId="{31DA1F64-ED46-46DE-9A2C-7FFB00A7EF53}" destId="{FB938908-FE7A-4084-BBBF-5CAEC8B17E89}" srcOrd="0" destOrd="0" presId="urn:microsoft.com/office/officeart/2024/3/layout/SimpleTimelineDefaultVariant"/>
    <dgm:cxn modelId="{F2C5F6ED-345F-4EDC-AD2C-74F762E8067A}" type="presParOf" srcId="{31DA1F64-ED46-46DE-9A2C-7FFB00A7EF53}" destId="{C8E9A82B-6467-41AD-BE5F-1A0522C07A4A}" srcOrd="1" destOrd="0" presId="urn:microsoft.com/office/officeart/2024/3/layout/SimpleTimelineDefaultVariant"/>
    <dgm:cxn modelId="{C620E89B-9B97-417D-A445-AA52A6FEBE98}" type="presParOf" srcId="{C8E9A82B-6467-41AD-BE5F-1A0522C07A4A}" destId="{B38642D8-5A79-4668-804C-0FA4B215C16A}" srcOrd="0" destOrd="0" presId="urn:microsoft.com/office/officeart/2024/3/layout/SimpleTimelineDefaultVariant"/>
    <dgm:cxn modelId="{84B37268-A462-48E4-B0F8-8FD48B56865A}" type="presParOf" srcId="{C8E9A82B-6467-41AD-BE5F-1A0522C07A4A}" destId="{D9543417-4DD6-4C68-A0E3-6D1E83658724}" srcOrd="1" destOrd="0" presId="urn:microsoft.com/office/officeart/2024/3/layout/SimpleTimelineDefaultVariant"/>
    <dgm:cxn modelId="{5B3C4D12-5E90-48A4-931D-4AC24CA75D8A}" type="presParOf" srcId="{31DA1F64-ED46-46DE-9A2C-7FFB00A7EF53}" destId="{36F1D79D-5AEC-4162-93F5-AB2FF2BA9CFD}" srcOrd="2" destOrd="0" presId="urn:microsoft.com/office/officeart/2024/3/layout/SimpleTimelineDefaultVariant"/>
    <dgm:cxn modelId="{34E8E1A9-3E02-4200-8A44-9F22B5C0CB99}" type="presParOf" srcId="{31DA1F64-ED46-46DE-9A2C-7FFB00A7EF53}" destId="{17C4A7A8-D694-46C7-A16A-DB8CEAA92EC5}" srcOrd="3" destOrd="0" presId="urn:microsoft.com/office/officeart/2024/3/layout/SimpleTimelineDefaultVariant"/>
    <dgm:cxn modelId="{96415B66-8116-45EE-B54D-77CA90F5F5A5}" type="presParOf" srcId="{31DA1F64-ED46-46DE-9A2C-7FFB00A7EF53}" destId="{06B41DAF-420C-4F72-A4CB-673EDF7CC10E}" srcOrd="4" destOrd="0" presId="urn:microsoft.com/office/officeart/2024/3/layout/SimpleTimelineDefaultVariant"/>
    <dgm:cxn modelId="{0D239AB0-0EB7-4442-ACB8-D4943928347A}" type="presParOf" srcId="{31DA1F64-ED46-46DE-9A2C-7FFB00A7EF53}" destId="{9E7125D9-DA0B-4C2D-B36E-C25941945123}" srcOrd="5" destOrd="0" presId="urn:microsoft.com/office/officeart/2024/3/layout/SimpleTimelineDefaultVariant"/>
    <dgm:cxn modelId="{B48E2AC1-C65F-4DD4-87F9-63D6AFBBB03B}" type="presParOf" srcId="{B6E318A7-14BC-4AB7-80B2-F9F5C5E9AA05}" destId="{4A3D3EC6-1A1D-4D9B-ACD7-C4C79E9A5984}" srcOrd="7" destOrd="0" presId="urn:microsoft.com/office/officeart/2024/3/layout/SimpleTimelineDefaultVariant"/>
    <dgm:cxn modelId="{D28211B3-0906-4173-85FD-5A43C1A6856B}" type="presParOf" srcId="{B6E318A7-14BC-4AB7-80B2-F9F5C5E9AA05}" destId="{70431BD5-243B-423C-B5F0-8955401AE17C}" srcOrd="8" destOrd="0" presId="urn:microsoft.com/office/officeart/2024/3/layout/SimpleTimelineDefaultVariant"/>
    <dgm:cxn modelId="{D3526802-2D16-40A9-BB1C-8933AF1885B1}" type="presParOf" srcId="{70431BD5-243B-423C-B5F0-8955401AE17C}" destId="{CCAC104E-CBCE-4C44-AE20-5058E597B7BE}" srcOrd="0" destOrd="0" presId="urn:microsoft.com/office/officeart/2024/3/layout/SimpleTimelineDefaultVariant"/>
    <dgm:cxn modelId="{595FA129-2038-40D0-9315-1BFC0AEAB541}" type="presParOf" srcId="{70431BD5-243B-423C-B5F0-8955401AE17C}" destId="{1BB9B1AE-D095-4A6E-829E-3246A197B720}" srcOrd="1" destOrd="0" presId="urn:microsoft.com/office/officeart/2024/3/layout/SimpleTimelineDefaultVariant"/>
    <dgm:cxn modelId="{82EDDCE2-4B65-4087-AFD4-FE1BCE218792}" type="presParOf" srcId="{1BB9B1AE-D095-4A6E-829E-3246A197B720}" destId="{AB47D22B-8484-47FF-B35D-61FB74D4EB31}" srcOrd="0" destOrd="0" presId="urn:microsoft.com/office/officeart/2024/3/layout/SimpleTimelineDefaultVariant"/>
    <dgm:cxn modelId="{E5DA607C-1858-4741-9F5B-1CA04271EEAF}" type="presParOf" srcId="{1BB9B1AE-D095-4A6E-829E-3246A197B720}" destId="{9919D6B7-7078-4C3D-9FE2-9F9C8341C959}" srcOrd="1" destOrd="0" presId="urn:microsoft.com/office/officeart/2024/3/layout/SimpleTimelineDefaultVariant"/>
    <dgm:cxn modelId="{BFA292AB-9149-421A-845B-918673BDE0EE}" type="presParOf" srcId="{70431BD5-243B-423C-B5F0-8955401AE17C}" destId="{D11DED84-AB57-4974-B396-7AC678EFFA55}" srcOrd="2" destOrd="0" presId="urn:microsoft.com/office/officeart/2024/3/layout/SimpleTimelineDefaultVariant"/>
    <dgm:cxn modelId="{FC3CB193-AFA2-4137-A3CC-72EE45E6F1FD}" type="presParOf" srcId="{70431BD5-243B-423C-B5F0-8955401AE17C}" destId="{500087FE-2DBE-4FFC-9C14-2310D8A86F0C}" srcOrd="3" destOrd="0" presId="urn:microsoft.com/office/officeart/2024/3/layout/SimpleTimelineDefaultVariant"/>
    <dgm:cxn modelId="{F5B45D72-A2FF-4B3A-B266-43B0D6AB52CF}" type="presParOf" srcId="{70431BD5-243B-423C-B5F0-8955401AE17C}" destId="{E01BCEC1-0D2C-4731-A534-F2EA69350928}" srcOrd="4" destOrd="0" presId="urn:microsoft.com/office/officeart/2024/3/layout/SimpleTimelineDefaultVariant"/>
    <dgm:cxn modelId="{0FCE5495-D59A-4A38-8281-46F68FA28AF9}" type="presParOf" srcId="{70431BD5-243B-423C-B5F0-8955401AE17C}" destId="{7B703B11-556C-4259-877A-A7FBF47E5E12}" srcOrd="5" destOrd="0" presId="urn:microsoft.com/office/officeart/2024/3/layout/SimpleTimelineDefaultVariant"/>
    <dgm:cxn modelId="{EFA083EC-9534-4544-AFC1-2A811B79B8CC}" type="presParOf" srcId="{B6E318A7-14BC-4AB7-80B2-F9F5C5E9AA05}" destId="{192BE7E5-7998-4F3D-B50A-64B3C6F43515}" srcOrd="9" destOrd="0" presId="urn:microsoft.com/office/officeart/2024/3/layout/SimpleTimelineDefaultVariant"/>
    <dgm:cxn modelId="{28FCFC8D-AE01-4F65-9DED-951B8FB97921}" type="presParOf" srcId="{B6E318A7-14BC-4AB7-80B2-F9F5C5E9AA05}" destId="{E352A81F-3491-4B79-8679-5D3AB3AC6559}" srcOrd="10" destOrd="0" presId="urn:microsoft.com/office/officeart/2024/3/layout/SimpleTimelineDefaultVariant"/>
    <dgm:cxn modelId="{2A5FDE9B-AA83-4693-A6BB-02E25D84E920}" type="presParOf" srcId="{E352A81F-3491-4B79-8679-5D3AB3AC6559}" destId="{7C3ACEEA-8FEC-48F5-9DE6-1E747E3CFD42}" srcOrd="0" destOrd="0" presId="urn:microsoft.com/office/officeart/2024/3/layout/SimpleTimelineDefaultVariant"/>
    <dgm:cxn modelId="{20C1FD9C-61EB-4448-95DC-1CD965B323AD}" type="presParOf" srcId="{E352A81F-3491-4B79-8679-5D3AB3AC6559}" destId="{D78C46FC-48B6-432E-8E97-36C2AAB53DF9}" srcOrd="1" destOrd="0" presId="urn:microsoft.com/office/officeart/2024/3/layout/SimpleTimelineDefaultVariant"/>
    <dgm:cxn modelId="{1D9CE7DE-A43B-4737-ABDC-19FD7230FF18}" type="presParOf" srcId="{D78C46FC-48B6-432E-8E97-36C2AAB53DF9}" destId="{3D23298D-8525-40AE-9424-92E9603E8AAF}" srcOrd="0" destOrd="0" presId="urn:microsoft.com/office/officeart/2024/3/layout/SimpleTimelineDefaultVariant"/>
    <dgm:cxn modelId="{92342A98-8C3D-45A7-AE1D-2047D1F7E5DC}" type="presParOf" srcId="{D78C46FC-48B6-432E-8E97-36C2AAB53DF9}" destId="{74E95F1F-48C8-44CA-AAD0-682E28962D52}" srcOrd="1" destOrd="0" presId="urn:microsoft.com/office/officeart/2024/3/layout/SimpleTimelineDefaultVariant"/>
    <dgm:cxn modelId="{77174AD8-EE19-434D-9906-CB7A5D0B2DD1}" type="presParOf" srcId="{E352A81F-3491-4B79-8679-5D3AB3AC6559}" destId="{DF9E4A15-D26A-4D6C-8E29-836CF6397D5E}" srcOrd="2" destOrd="0" presId="urn:microsoft.com/office/officeart/2024/3/layout/SimpleTimelineDefaultVariant"/>
    <dgm:cxn modelId="{9AB9BD43-6043-4F8B-A183-62BBEE53055F}" type="presParOf" srcId="{E352A81F-3491-4B79-8679-5D3AB3AC6559}" destId="{5D9E0D37-42A6-4BCF-AD56-8DA7CF5A85D9}" srcOrd="3" destOrd="0" presId="urn:microsoft.com/office/officeart/2024/3/layout/SimpleTimelineDefaultVariant"/>
    <dgm:cxn modelId="{ACDBA23A-0AF8-492F-8181-B961F3A43489}" type="presParOf" srcId="{E352A81F-3491-4B79-8679-5D3AB3AC6559}" destId="{0BA12A29-2DA4-4438-B7E5-3752146DA6D8}" srcOrd="4" destOrd="0" presId="urn:microsoft.com/office/officeart/2024/3/layout/SimpleTimelineDefaultVariant"/>
    <dgm:cxn modelId="{FFC17DFB-FC3A-4D97-B6AB-F3C3867F655A}" type="presParOf" srcId="{E352A81F-3491-4B79-8679-5D3AB3AC6559}" destId="{B6CCBB96-190D-40DB-9E3D-69AB454EDE70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F2004F-99FC-4180-85B0-CCC7B37BFD85}" type="doc">
      <dgm:prSet loTypeId="urn:microsoft.com/office/officeart/2024/3/layout/hArchList1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F03B036-475E-468F-ACF1-B554ECE2B8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Resultados</a:t>
          </a:r>
          <a:r>
            <a:rPr lang="en-US" dirty="0"/>
            <a:t> </a:t>
          </a:r>
          <a:r>
            <a:rPr lang="en-US" dirty="0" err="1"/>
            <a:t>Pretendidos</a:t>
          </a:r>
          <a:r>
            <a:rPr lang="en-US" dirty="0"/>
            <a:t>:</a:t>
          </a:r>
        </a:p>
      </dgm:t>
    </dgm:pt>
    <dgm:pt modelId="{4A96EBE2-F99E-45F4-96A1-6DEE5DE55FF2}" type="parTrans" cxnId="{BEC6C733-C45F-445B-B739-868EEEB8F1AC}">
      <dgm:prSet/>
      <dgm:spPr/>
      <dgm:t>
        <a:bodyPr/>
        <a:lstStyle/>
        <a:p>
          <a:endParaRPr lang="en-US"/>
        </a:p>
      </dgm:t>
    </dgm:pt>
    <dgm:pt modelId="{6F09A3F4-709C-4EC8-ACD9-E2E46C9480A1}" type="sibTrans" cxnId="{BEC6C733-C45F-445B-B739-868EEEB8F1A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ECD317D3-D9DD-416C-9A20-A7D81879A27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BR" dirty="0"/>
            <a:t>Possibilitar a criação de séries históricas e mapas geográficos normalizados que transcendem a simples contagem.</a:t>
          </a:r>
          <a:endParaRPr lang="en-US" dirty="0"/>
        </a:p>
      </dgm:t>
    </dgm:pt>
    <dgm:pt modelId="{0B038628-1979-4E27-8A22-A847F2EEB903}" type="parTrans" cxnId="{12B12B48-5A52-4F05-90FF-7452D02DE0EF}">
      <dgm:prSet/>
      <dgm:spPr/>
      <dgm:t>
        <a:bodyPr/>
        <a:lstStyle/>
        <a:p>
          <a:endParaRPr lang="en-US"/>
        </a:p>
      </dgm:t>
    </dgm:pt>
    <dgm:pt modelId="{1488F15B-0FDC-465D-858F-5B9B01EC7394}" type="sibTrans" cxnId="{12B12B48-5A52-4F05-90FF-7452D02DE0EF}">
      <dgm:prSet/>
      <dgm:spPr/>
      <dgm:t>
        <a:bodyPr/>
        <a:lstStyle/>
        <a:p>
          <a:endParaRPr lang="en-US"/>
        </a:p>
      </dgm:t>
    </dgm:pt>
    <dgm:pt modelId="{A84220C0-52BC-405C-B88C-CA343A115C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Resultados</a:t>
          </a:r>
          <a:r>
            <a:rPr lang="en-US" dirty="0"/>
            <a:t> </a:t>
          </a:r>
          <a:r>
            <a:rPr lang="en-US" dirty="0" err="1"/>
            <a:t>nos</a:t>
          </a:r>
          <a:r>
            <a:rPr lang="en-US" dirty="0"/>
            <a:t> </a:t>
          </a:r>
          <a:r>
            <a:rPr lang="en-US" dirty="0" err="1"/>
            <a:t>Permitem</a:t>
          </a:r>
          <a:r>
            <a:rPr lang="en-US" dirty="0"/>
            <a:t>:</a:t>
          </a:r>
        </a:p>
      </dgm:t>
    </dgm:pt>
    <dgm:pt modelId="{E7A2624F-7614-474F-8527-5360D0C6FC80}" type="parTrans" cxnId="{17433358-F626-450F-A457-22151E4393CD}">
      <dgm:prSet/>
      <dgm:spPr/>
      <dgm:t>
        <a:bodyPr/>
        <a:lstStyle/>
        <a:p>
          <a:endParaRPr lang="en-US"/>
        </a:p>
      </dgm:t>
    </dgm:pt>
    <dgm:pt modelId="{0C90144F-C67F-492C-A6B8-B568AB4BBAFD}" type="sibTrans" cxnId="{17433358-F626-450F-A457-22151E4393C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777EF3A8-D0ED-4C17-A97E-CB09B7FE6BA8}">
      <dgm:prSet/>
      <dgm:spPr/>
      <dgm:t>
        <a:bodyPr/>
        <a:lstStyle/>
        <a:p>
          <a:pPr>
            <a:lnSpc>
              <a:spcPct val="100000"/>
            </a:lnSpc>
            <a:buFontTx/>
            <a:buNone/>
          </a:pPr>
          <a:r>
            <a:rPr lang="pt-BR" dirty="0"/>
            <a:t>- Identificar gargalos regionais;</a:t>
          </a:r>
        </a:p>
        <a:p>
          <a:pPr>
            <a:lnSpc>
              <a:spcPct val="100000"/>
            </a:lnSpc>
            <a:buFontTx/>
            <a:buNone/>
          </a:pPr>
          <a:r>
            <a:rPr lang="en-US" dirty="0"/>
            <a:t>- </a:t>
          </a:r>
          <a:r>
            <a:rPr lang="en-US" dirty="0" err="1"/>
            <a:t>Entender</a:t>
          </a:r>
          <a:r>
            <a:rPr lang="en-US" dirty="0"/>
            <a:t> </a:t>
          </a:r>
          <a:r>
            <a:rPr lang="en-US" dirty="0" err="1"/>
            <a:t>correlações</a:t>
          </a:r>
          <a:r>
            <a:rPr lang="en-US" dirty="0"/>
            <a:t>;</a:t>
          </a:r>
        </a:p>
        <a:p>
          <a:pPr>
            <a:lnSpc>
              <a:spcPct val="100000"/>
            </a:lnSpc>
            <a:buFontTx/>
            <a:buNone/>
          </a:pPr>
          <a:r>
            <a:rPr lang="en-US" dirty="0"/>
            <a:t>- </a:t>
          </a:r>
          <a:r>
            <a:rPr lang="en-US" dirty="0" err="1"/>
            <a:t>Medir</a:t>
          </a:r>
          <a:r>
            <a:rPr lang="en-US" dirty="0"/>
            <a:t> a performance.</a:t>
          </a:r>
        </a:p>
      </dgm:t>
    </dgm:pt>
    <dgm:pt modelId="{9FEC4337-17A4-4EE2-B1F6-4602C4AC7570}" type="parTrans" cxnId="{06511005-84D5-4C00-8746-5D9F973B815F}">
      <dgm:prSet/>
      <dgm:spPr/>
      <dgm:t>
        <a:bodyPr/>
        <a:lstStyle/>
        <a:p>
          <a:endParaRPr lang="en-US"/>
        </a:p>
      </dgm:t>
    </dgm:pt>
    <dgm:pt modelId="{CA3B22E9-CC42-4658-8805-C79A1C9867B6}" type="sibTrans" cxnId="{06511005-84D5-4C00-8746-5D9F973B815F}">
      <dgm:prSet/>
      <dgm:spPr/>
      <dgm:t>
        <a:bodyPr/>
        <a:lstStyle/>
        <a:p>
          <a:endParaRPr lang="en-US"/>
        </a:p>
      </dgm:t>
    </dgm:pt>
    <dgm:pt modelId="{55EAB7B4-775D-47AC-9A51-FF3E882912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dirty="0"/>
            <a:t>Resultado Final:</a:t>
          </a:r>
          <a:endParaRPr lang="en-US" dirty="0"/>
        </a:p>
      </dgm:t>
    </dgm:pt>
    <dgm:pt modelId="{3C88D66C-DF86-491B-9E40-4E87C51014A1}" type="parTrans" cxnId="{8F444783-1849-4345-AB69-E968BEC6718C}">
      <dgm:prSet/>
      <dgm:spPr/>
      <dgm:t>
        <a:bodyPr/>
        <a:lstStyle/>
        <a:p>
          <a:endParaRPr lang="en-US"/>
        </a:p>
      </dgm:t>
    </dgm:pt>
    <dgm:pt modelId="{AD5138E2-1229-49C7-9AB9-712E85CD1428}" type="sibTrans" cxnId="{8F444783-1849-4345-AB69-E968BEC6718C}">
      <dgm:prSet/>
      <dgm:spPr/>
      <dgm:t>
        <a:bodyPr/>
        <a:lstStyle/>
        <a:p>
          <a:endParaRPr lang="en-US"/>
        </a:p>
      </dgm:t>
    </dgm:pt>
    <dgm:pt modelId="{07DCD869-0C9C-460E-9EC1-58271BC6E1A5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pt-BR" dirty="0"/>
            <a:t>Aplicação real e relevante da Ciência de Dados para transformar a ‘voz’ dos milhões de consumidores brasileiros em um mapa de calor regulatório. Os insights gerados são evidências diretas que podem subsidiar a melhoria da transparência, da regulação e, fundamentalmente, da qualidade dos serviços de telecomunicações no país.</a:t>
          </a:r>
          <a:endParaRPr lang="en-US" dirty="0"/>
        </a:p>
      </dgm:t>
    </dgm:pt>
    <dgm:pt modelId="{0DA42631-27CD-4537-9CF1-2EE821207A0F}" type="parTrans" cxnId="{6BFE0F2C-4782-406A-8DBA-58AA36ECE83E}">
      <dgm:prSet/>
      <dgm:spPr/>
      <dgm:t>
        <a:bodyPr/>
        <a:lstStyle/>
        <a:p>
          <a:endParaRPr lang="en-US"/>
        </a:p>
      </dgm:t>
    </dgm:pt>
    <dgm:pt modelId="{65DD99AB-B6AB-461A-814E-9779D2F89327}" type="sibTrans" cxnId="{6BFE0F2C-4782-406A-8DBA-58AA36ECE83E}">
      <dgm:prSet/>
      <dgm:spPr/>
      <dgm:t>
        <a:bodyPr/>
        <a:lstStyle/>
        <a:p>
          <a:endParaRPr lang="en-US"/>
        </a:p>
      </dgm:t>
    </dgm:pt>
    <dgm:pt modelId="{F6512CF9-C187-409A-A9E2-0CB9AA333C18}" type="pres">
      <dgm:prSet presAssocID="{6FF2004F-99FC-4180-85B0-CCC7B37BFD85}" presName="Name0" presStyleCnt="0">
        <dgm:presLayoutVars>
          <dgm:dir/>
          <dgm:resizeHandles val="exact"/>
        </dgm:presLayoutVars>
      </dgm:prSet>
      <dgm:spPr/>
    </dgm:pt>
    <dgm:pt modelId="{96AA3E60-94E0-479F-BC63-657038BFAB68}" type="pres">
      <dgm:prSet presAssocID="{FF03B036-475E-468F-ACF1-B554ECE2B8CC}" presName="compNode" presStyleCnt="0"/>
      <dgm:spPr/>
    </dgm:pt>
    <dgm:pt modelId="{CD6AD8AE-8FFE-4207-BC04-A24AF1765E43}" type="pres">
      <dgm:prSet presAssocID="{FF03B036-475E-468F-ACF1-B554ECE2B8CC}" presName="pictRect" presStyleLbl="revTx" presStyleIdx="0" presStyleCnt="6">
        <dgm:presLayoutVars>
          <dgm:chMax val="0"/>
          <dgm:bulletEnabled/>
        </dgm:presLayoutVars>
      </dgm:prSet>
      <dgm:spPr/>
    </dgm:pt>
    <dgm:pt modelId="{BBCF85B1-E941-444C-A6AD-075607E998CF}" type="pres">
      <dgm:prSet presAssocID="{FF03B036-475E-468F-ACF1-B554ECE2B8CC}" presName="textRect" presStyleLbl="revTx" presStyleIdx="1" presStyleCnt="6">
        <dgm:presLayoutVars>
          <dgm:bulletEnabled/>
        </dgm:presLayoutVars>
      </dgm:prSet>
      <dgm:spPr/>
    </dgm:pt>
    <dgm:pt modelId="{8836425A-7A4B-4019-A665-7DEC519D2572}" type="pres">
      <dgm:prSet presAssocID="{6F09A3F4-709C-4EC8-ACD9-E2E46C9480A1}" presName="sibTrans" presStyleLbl="sibTrans2D1" presStyleIdx="0" presStyleCnt="0"/>
      <dgm:spPr/>
    </dgm:pt>
    <dgm:pt modelId="{029ACCDB-A892-4564-9F7C-408E3B03A7D3}" type="pres">
      <dgm:prSet presAssocID="{A84220C0-52BC-405C-B88C-CA343A115CC8}" presName="compNode" presStyleCnt="0"/>
      <dgm:spPr/>
    </dgm:pt>
    <dgm:pt modelId="{94610FA9-1936-4945-A757-59AB37175011}" type="pres">
      <dgm:prSet presAssocID="{A84220C0-52BC-405C-B88C-CA343A115CC8}" presName="pictRect" presStyleLbl="revTx" presStyleIdx="2" presStyleCnt="6">
        <dgm:presLayoutVars>
          <dgm:chMax val="0"/>
          <dgm:bulletEnabled/>
        </dgm:presLayoutVars>
      </dgm:prSet>
      <dgm:spPr/>
    </dgm:pt>
    <dgm:pt modelId="{771FD921-F1D0-4702-92E4-7142AEB5EA27}" type="pres">
      <dgm:prSet presAssocID="{A84220C0-52BC-405C-B88C-CA343A115CC8}" presName="textRect" presStyleLbl="revTx" presStyleIdx="3" presStyleCnt="6">
        <dgm:presLayoutVars>
          <dgm:bulletEnabled/>
        </dgm:presLayoutVars>
      </dgm:prSet>
      <dgm:spPr/>
    </dgm:pt>
    <dgm:pt modelId="{27EE306D-1E11-4672-A36E-791B47FCBAA5}" type="pres">
      <dgm:prSet presAssocID="{0C90144F-C67F-492C-A6B8-B568AB4BBAFD}" presName="sibTrans" presStyleLbl="sibTrans2D1" presStyleIdx="0" presStyleCnt="0"/>
      <dgm:spPr/>
    </dgm:pt>
    <dgm:pt modelId="{DBF67569-6927-4ACA-9813-13923A10852D}" type="pres">
      <dgm:prSet presAssocID="{55EAB7B4-775D-47AC-9A51-FF3E8829123A}" presName="compNode" presStyleCnt="0"/>
      <dgm:spPr/>
    </dgm:pt>
    <dgm:pt modelId="{3F326660-2187-4388-95C6-D67295E7B6F7}" type="pres">
      <dgm:prSet presAssocID="{55EAB7B4-775D-47AC-9A51-FF3E8829123A}" presName="pictRect" presStyleLbl="revTx" presStyleIdx="4" presStyleCnt="6">
        <dgm:presLayoutVars>
          <dgm:chMax val="0"/>
          <dgm:bulletEnabled/>
        </dgm:presLayoutVars>
      </dgm:prSet>
      <dgm:spPr/>
    </dgm:pt>
    <dgm:pt modelId="{AF8A757C-95E3-42EC-AC99-7CBBC9A0D9F7}" type="pres">
      <dgm:prSet presAssocID="{55EAB7B4-775D-47AC-9A51-FF3E8829123A}" presName="textRect" presStyleLbl="revTx" presStyleIdx="5" presStyleCnt="6">
        <dgm:presLayoutVars>
          <dgm:bulletEnabled/>
        </dgm:presLayoutVars>
      </dgm:prSet>
      <dgm:spPr/>
    </dgm:pt>
  </dgm:ptLst>
  <dgm:cxnLst>
    <dgm:cxn modelId="{06511005-84D5-4C00-8746-5D9F973B815F}" srcId="{A84220C0-52BC-405C-B88C-CA343A115CC8}" destId="{777EF3A8-D0ED-4C17-A97E-CB09B7FE6BA8}" srcOrd="0" destOrd="0" parTransId="{9FEC4337-17A4-4EE2-B1F6-4602C4AC7570}" sibTransId="{CA3B22E9-CC42-4658-8805-C79A1C9867B6}"/>
    <dgm:cxn modelId="{6BFE0F2C-4782-406A-8DBA-58AA36ECE83E}" srcId="{55EAB7B4-775D-47AC-9A51-FF3E8829123A}" destId="{07DCD869-0C9C-460E-9EC1-58271BC6E1A5}" srcOrd="0" destOrd="0" parTransId="{0DA42631-27CD-4537-9CF1-2EE821207A0F}" sibTransId="{65DD99AB-B6AB-461A-814E-9779D2F89327}"/>
    <dgm:cxn modelId="{BEC6C733-C45F-445B-B739-868EEEB8F1AC}" srcId="{6FF2004F-99FC-4180-85B0-CCC7B37BFD85}" destId="{FF03B036-475E-468F-ACF1-B554ECE2B8CC}" srcOrd="0" destOrd="0" parTransId="{4A96EBE2-F99E-45F4-96A1-6DEE5DE55FF2}" sibTransId="{6F09A3F4-709C-4EC8-ACD9-E2E46C9480A1}"/>
    <dgm:cxn modelId="{73861F3A-E23B-40D4-BB7F-15124FF9A353}" type="presOf" srcId="{07DCD869-0C9C-460E-9EC1-58271BC6E1A5}" destId="{AF8A757C-95E3-42EC-AC99-7CBBC9A0D9F7}" srcOrd="0" destOrd="0" presId="urn:microsoft.com/office/officeart/2024/3/layout/hArchList1"/>
    <dgm:cxn modelId="{32ECA23E-15F9-44C4-98FF-0515F721D60E}" type="presOf" srcId="{0C90144F-C67F-492C-A6B8-B568AB4BBAFD}" destId="{27EE306D-1E11-4672-A36E-791B47FCBAA5}" srcOrd="0" destOrd="0" presId="urn:microsoft.com/office/officeart/2024/3/layout/hArchList1"/>
    <dgm:cxn modelId="{12B12B48-5A52-4F05-90FF-7452D02DE0EF}" srcId="{FF03B036-475E-468F-ACF1-B554ECE2B8CC}" destId="{ECD317D3-D9DD-416C-9A20-A7D81879A270}" srcOrd="0" destOrd="0" parTransId="{0B038628-1979-4E27-8A22-A847F2EEB903}" sibTransId="{1488F15B-0FDC-465D-858F-5B9B01EC7394}"/>
    <dgm:cxn modelId="{EFA04169-E974-4902-81C9-8C08B917B1EF}" type="presOf" srcId="{6F09A3F4-709C-4EC8-ACD9-E2E46C9480A1}" destId="{8836425A-7A4B-4019-A665-7DEC519D2572}" srcOrd="0" destOrd="0" presId="urn:microsoft.com/office/officeart/2024/3/layout/hArchList1"/>
    <dgm:cxn modelId="{8FF43D4D-9BD5-414E-AB6B-733FCECC20E4}" type="presOf" srcId="{ECD317D3-D9DD-416C-9A20-A7D81879A270}" destId="{BBCF85B1-E941-444C-A6AD-075607E998CF}" srcOrd="0" destOrd="0" presId="urn:microsoft.com/office/officeart/2024/3/layout/hArchList1"/>
    <dgm:cxn modelId="{17433358-F626-450F-A457-22151E4393CD}" srcId="{6FF2004F-99FC-4180-85B0-CCC7B37BFD85}" destId="{A84220C0-52BC-405C-B88C-CA343A115CC8}" srcOrd="1" destOrd="0" parTransId="{E7A2624F-7614-474F-8527-5360D0C6FC80}" sibTransId="{0C90144F-C67F-492C-A6B8-B568AB4BBAFD}"/>
    <dgm:cxn modelId="{8F444783-1849-4345-AB69-E968BEC6718C}" srcId="{6FF2004F-99FC-4180-85B0-CCC7B37BFD85}" destId="{55EAB7B4-775D-47AC-9A51-FF3E8829123A}" srcOrd="2" destOrd="0" parTransId="{3C88D66C-DF86-491B-9E40-4E87C51014A1}" sibTransId="{AD5138E2-1229-49C7-9AB9-712E85CD1428}"/>
    <dgm:cxn modelId="{6B2E5E84-A58D-4B85-8318-433E1DD666C0}" type="presOf" srcId="{A84220C0-52BC-405C-B88C-CA343A115CC8}" destId="{94610FA9-1936-4945-A757-59AB37175011}" srcOrd="0" destOrd="0" presId="urn:microsoft.com/office/officeart/2024/3/layout/hArchList1"/>
    <dgm:cxn modelId="{2D1CA197-A88C-465C-B48C-7D5142E24563}" type="presOf" srcId="{6FF2004F-99FC-4180-85B0-CCC7B37BFD85}" destId="{F6512CF9-C187-409A-A9E2-0CB9AA333C18}" srcOrd="0" destOrd="0" presId="urn:microsoft.com/office/officeart/2024/3/layout/hArchList1"/>
    <dgm:cxn modelId="{451FAAAC-C4D9-4248-9C44-E7700863029E}" type="presOf" srcId="{55EAB7B4-775D-47AC-9A51-FF3E8829123A}" destId="{3F326660-2187-4388-95C6-D67295E7B6F7}" srcOrd="0" destOrd="0" presId="urn:microsoft.com/office/officeart/2024/3/layout/hArchList1"/>
    <dgm:cxn modelId="{726F81C3-34EE-4FBC-BB44-D796F4A961FD}" type="presOf" srcId="{777EF3A8-D0ED-4C17-A97E-CB09B7FE6BA8}" destId="{771FD921-F1D0-4702-92E4-7142AEB5EA27}" srcOrd="0" destOrd="0" presId="urn:microsoft.com/office/officeart/2024/3/layout/hArchList1"/>
    <dgm:cxn modelId="{DD38A4DE-E145-4D62-A3C8-0006F7E27E54}" type="presOf" srcId="{FF03B036-475E-468F-ACF1-B554ECE2B8CC}" destId="{CD6AD8AE-8FFE-4207-BC04-A24AF1765E43}" srcOrd="0" destOrd="0" presId="urn:microsoft.com/office/officeart/2024/3/layout/hArchList1"/>
    <dgm:cxn modelId="{BE5F27D1-AC0A-4FB4-BA94-76881AFB7C86}" type="presParOf" srcId="{F6512CF9-C187-409A-A9E2-0CB9AA333C18}" destId="{96AA3E60-94E0-479F-BC63-657038BFAB68}" srcOrd="0" destOrd="0" presId="urn:microsoft.com/office/officeart/2024/3/layout/hArchList1"/>
    <dgm:cxn modelId="{5FD130C0-C99F-4580-A9E1-F3D36A4AA9DF}" type="presParOf" srcId="{96AA3E60-94E0-479F-BC63-657038BFAB68}" destId="{CD6AD8AE-8FFE-4207-BC04-A24AF1765E43}" srcOrd="0" destOrd="0" presId="urn:microsoft.com/office/officeart/2024/3/layout/hArchList1"/>
    <dgm:cxn modelId="{48C906D1-0BC6-4479-83F3-658DCBC166F4}" type="presParOf" srcId="{96AA3E60-94E0-479F-BC63-657038BFAB68}" destId="{BBCF85B1-E941-444C-A6AD-075607E998CF}" srcOrd="1" destOrd="0" presId="urn:microsoft.com/office/officeart/2024/3/layout/hArchList1"/>
    <dgm:cxn modelId="{D484F5CA-5406-4AA3-9F1A-3F149D1C63D3}" type="presParOf" srcId="{F6512CF9-C187-409A-A9E2-0CB9AA333C18}" destId="{8836425A-7A4B-4019-A665-7DEC519D2572}" srcOrd="1" destOrd="0" presId="urn:microsoft.com/office/officeart/2024/3/layout/hArchList1"/>
    <dgm:cxn modelId="{71A867A2-2F41-4CB8-8CBF-5BB9F51D1FF4}" type="presParOf" srcId="{F6512CF9-C187-409A-A9E2-0CB9AA333C18}" destId="{029ACCDB-A892-4564-9F7C-408E3B03A7D3}" srcOrd="2" destOrd="0" presId="urn:microsoft.com/office/officeart/2024/3/layout/hArchList1"/>
    <dgm:cxn modelId="{B969F567-7586-432B-96ED-ADFFCA862EE5}" type="presParOf" srcId="{029ACCDB-A892-4564-9F7C-408E3B03A7D3}" destId="{94610FA9-1936-4945-A757-59AB37175011}" srcOrd="0" destOrd="0" presId="urn:microsoft.com/office/officeart/2024/3/layout/hArchList1"/>
    <dgm:cxn modelId="{0BF5C37F-4997-45B5-AD11-0DA35C13FD1B}" type="presParOf" srcId="{029ACCDB-A892-4564-9F7C-408E3B03A7D3}" destId="{771FD921-F1D0-4702-92E4-7142AEB5EA27}" srcOrd="1" destOrd="0" presId="urn:microsoft.com/office/officeart/2024/3/layout/hArchList1"/>
    <dgm:cxn modelId="{8AA214C7-2C0F-4FA6-97E1-718ED77313EE}" type="presParOf" srcId="{F6512CF9-C187-409A-A9E2-0CB9AA333C18}" destId="{27EE306D-1E11-4672-A36E-791B47FCBAA5}" srcOrd="3" destOrd="0" presId="urn:microsoft.com/office/officeart/2024/3/layout/hArchList1"/>
    <dgm:cxn modelId="{1C341340-8008-4D5D-95B5-9C02902D3880}" type="presParOf" srcId="{F6512CF9-C187-409A-A9E2-0CB9AA333C18}" destId="{DBF67569-6927-4ACA-9813-13923A10852D}" srcOrd="4" destOrd="0" presId="urn:microsoft.com/office/officeart/2024/3/layout/hArchList1"/>
    <dgm:cxn modelId="{4AE91008-DCAF-460D-9D1A-3DF0FE49FA8B}" type="presParOf" srcId="{DBF67569-6927-4ACA-9813-13923A10852D}" destId="{3F326660-2187-4388-95C6-D67295E7B6F7}" srcOrd="0" destOrd="0" presId="urn:microsoft.com/office/officeart/2024/3/layout/hArchList1"/>
    <dgm:cxn modelId="{56542EC4-698C-4F75-A73D-882692A8987B}" type="presParOf" srcId="{DBF67569-6927-4ACA-9813-13923A10852D}" destId="{AF8A757C-95E3-42EC-AC99-7CBBC9A0D9F7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7276D-547F-4FEA-AB21-E05AB351F87D}">
      <dsp:nvSpPr>
        <dsp:cNvPr id="0" name=""/>
        <dsp:cNvSpPr/>
      </dsp:nvSpPr>
      <dsp:spPr>
        <a:xfrm>
          <a:off x="10" y="51421"/>
          <a:ext cx="2134643" cy="3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NOME</a:t>
          </a:r>
        </a:p>
      </dsp:txBody>
      <dsp:txXfrm>
        <a:off x="10" y="51421"/>
        <a:ext cx="2134643" cy="390858"/>
      </dsp:txXfrm>
    </dsp:sp>
    <dsp:sp modelId="{BA05B7C8-6B9E-4E99-AE0A-D0743DAB10D2}">
      <dsp:nvSpPr>
        <dsp:cNvPr id="0" name=""/>
        <dsp:cNvSpPr/>
      </dsp:nvSpPr>
      <dsp:spPr>
        <a:xfrm>
          <a:off x="0" y="390858"/>
          <a:ext cx="3366098" cy="3517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DAVID WILDSON GONÇALVES SANTOS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HENRIQUE MACHADO BARBOSA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TOMAZ TELES CARNEIRO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VANESSA CORDEIRO GONÇALVES DE OLIVEIRA</a:t>
          </a:r>
        </a:p>
      </dsp:txBody>
      <dsp:txXfrm>
        <a:off x="0" y="390858"/>
        <a:ext cx="3366098" cy="3517726"/>
      </dsp:txXfrm>
    </dsp:sp>
    <dsp:sp modelId="{5D821D9D-5B40-42FE-B436-84D8C760FB98}">
      <dsp:nvSpPr>
        <dsp:cNvPr id="0" name=""/>
        <dsp:cNvSpPr/>
      </dsp:nvSpPr>
      <dsp:spPr>
        <a:xfrm>
          <a:off x="3579562" y="0"/>
          <a:ext cx="2134643" cy="3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RA</a:t>
          </a:r>
        </a:p>
      </dsp:txBody>
      <dsp:txXfrm>
        <a:off x="3579562" y="0"/>
        <a:ext cx="2134643" cy="390858"/>
      </dsp:txXfrm>
    </dsp:sp>
    <dsp:sp modelId="{07339A23-85C1-449D-9230-47632BBE9E80}">
      <dsp:nvSpPr>
        <dsp:cNvPr id="0" name=""/>
        <dsp:cNvSpPr/>
      </dsp:nvSpPr>
      <dsp:spPr>
        <a:xfrm>
          <a:off x="3579562" y="390858"/>
          <a:ext cx="2134643" cy="3517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10744094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10747413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10746600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10415118</a:t>
          </a:r>
          <a:endParaRPr lang="en-US" sz="1100" kern="1200" dirty="0"/>
        </a:p>
      </dsp:txBody>
      <dsp:txXfrm>
        <a:off x="3579562" y="390858"/>
        <a:ext cx="2134643" cy="3517726"/>
      </dsp:txXfrm>
    </dsp:sp>
    <dsp:sp modelId="{492FCF0B-46E4-4CBA-BB31-FC838F8A66CC}">
      <dsp:nvSpPr>
        <dsp:cNvPr id="0" name=""/>
        <dsp:cNvSpPr/>
      </dsp:nvSpPr>
      <dsp:spPr>
        <a:xfrm>
          <a:off x="5927670" y="0"/>
          <a:ext cx="2134643" cy="390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9050" rIns="19050" bIns="190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E-MAIL</a:t>
          </a:r>
        </a:p>
      </dsp:txBody>
      <dsp:txXfrm>
        <a:off x="5927670" y="0"/>
        <a:ext cx="2134643" cy="390858"/>
      </dsp:txXfrm>
    </dsp:sp>
    <dsp:sp modelId="{AEFEC5B3-EE44-42BC-B195-0AFF8548B681}">
      <dsp:nvSpPr>
        <dsp:cNvPr id="0" name=""/>
        <dsp:cNvSpPr/>
      </dsp:nvSpPr>
      <dsp:spPr>
        <a:xfrm>
          <a:off x="5927670" y="390858"/>
          <a:ext cx="2134643" cy="3517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970" rIns="13970" bIns="1397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10744094@mackenzista.com.br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10747413@mackenzista.com.br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10746600@mackenzista.com.br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10415118@mackenzista.com.br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kern="1200"/>
        </a:p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927670" y="390858"/>
        <a:ext cx="2134643" cy="3517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BE7C1-11B6-4031-81F3-9A58F6B6CCD8}">
      <dsp:nvSpPr>
        <dsp:cNvPr id="0" name=""/>
        <dsp:cNvSpPr/>
      </dsp:nvSpPr>
      <dsp:spPr>
        <a:xfrm>
          <a:off x="0" y="3399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4EBD4-82B7-4849-9E69-F70BD5F88A8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48A3E-E49C-4FB1-9B0A-ABE9D9C098D4}">
      <dsp:nvSpPr>
        <dsp:cNvPr id="0" name=""/>
        <dsp:cNvSpPr/>
      </dsp:nvSpPr>
      <dsp:spPr>
        <a:xfrm>
          <a:off x="836323" y="3399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Desenvolver um estudo prático de Ciência de Dados com objetivo de:</a:t>
          </a:r>
          <a:endParaRPr lang="en-US" sz="1800" kern="1200" dirty="0"/>
        </a:p>
      </dsp:txBody>
      <dsp:txXfrm>
        <a:off x="836323" y="3399"/>
        <a:ext cx="4345276" cy="724089"/>
      </dsp:txXfrm>
    </dsp:sp>
    <dsp:sp modelId="{629A43A3-4D49-4B24-933E-A9DF2F17C68A}">
      <dsp:nvSpPr>
        <dsp:cNvPr id="0" name=""/>
        <dsp:cNvSpPr/>
      </dsp:nvSpPr>
      <dsp:spPr>
        <a:xfrm>
          <a:off x="0" y="908511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34B08-624B-44DC-9E9F-DA89F1570C70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7CAFB-86C9-49DA-81CA-84ACFE257F4C}">
      <dsp:nvSpPr>
        <dsp:cNvPr id="0" name=""/>
        <dsp:cNvSpPr/>
      </dsp:nvSpPr>
      <dsp:spPr>
        <a:xfrm>
          <a:off x="836323" y="908511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Identificar tendências;</a:t>
          </a:r>
          <a:endParaRPr lang="en-US" sz="1800" kern="1200"/>
        </a:p>
      </dsp:txBody>
      <dsp:txXfrm>
        <a:off x="836323" y="908511"/>
        <a:ext cx="4345276" cy="724089"/>
      </dsp:txXfrm>
    </dsp:sp>
    <dsp:sp modelId="{4E756662-4BFE-4EB6-B67E-1422E53FB324}">
      <dsp:nvSpPr>
        <dsp:cNvPr id="0" name=""/>
        <dsp:cNvSpPr/>
      </dsp:nvSpPr>
      <dsp:spPr>
        <a:xfrm>
          <a:off x="0" y="1813624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67317-AB95-480F-9B02-03DA21A4A59F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23281-AC92-4F9F-A83A-781ABE454814}">
      <dsp:nvSpPr>
        <dsp:cNvPr id="0" name=""/>
        <dsp:cNvSpPr/>
      </dsp:nvSpPr>
      <dsp:spPr>
        <a:xfrm>
          <a:off x="836323" y="1813624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Quantificar tendências;</a:t>
          </a:r>
          <a:endParaRPr lang="en-US" sz="1800" kern="1200"/>
        </a:p>
      </dsp:txBody>
      <dsp:txXfrm>
        <a:off x="836323" y="1813624"/>
        <a:ext cx="4345276" cy="724089"/>
      </dsp:txXfrm>
    </dsp:sp>
    <dsp:sp modelId="{617B53EC-552E-4518-950B-FCD769E2EBF9}">
      <dsp:nvSpPr>
        <dsp:cNvPr id="0" name=""/>
        <dsp:cNvSpPr/>
      </dsp:nvSpPr>
      <dsp:spPr>
        <a:xfrm>
          <a:off x="0" y="2718736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E6C6E-4C56-40F5-BC1A-7171DA4B67A5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8B461-27B5-4A67-B0A9-19BD8520A03E}">
      <dsp:nvSpPr>
        <dsp:cNvPr id="0" name=""/>
        <dsp:cNvSpPr/>
      </dsp:nvSpPr>
      <dsp:spPr>
        <a:xfrm>
          <a:off x="836323" y="2718736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Padrões geográficos;</a:t>
          </a:r>
          <a:endParaRPr lang="en-US" sz="1800" kern="1200"/>
        </a:p>
      </dsp:txBody>
      <dsp:txXfrm>
        <a:off x="836323" y="2718736"/>
        <a:ext cx="4345276" cy="724089"/>
      </dsp:txXfrm>
    </dsp:sp>
    <dsp:sp modelId="{247FE44D-875C-4A77-A057-6CDD9986725F}">
      <dsp:nvSpPr>
        <dsp:cNvPr id="0" name=""/>
        <dsp:cNvSpPr/>
      </dsp:nvSpPr>
      <dsp:spPr>
        <a:xfrm>
          <a:off x="0" y="3623848"/>
          <a:ext cx="5181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528B47-F080-486C-862D-D5B34AED4FAB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70FB2-C12D-4F18-8A63-16F05064FFD7}">
      <dsp:nvSpPr>
        <dsp:cNvPr id="0" name=""/>
        <dsp:cNvSpPr/>
      </dsp:nvSpPr>
      <dsp:spPr>
        <a:xfrm>
          <a:off x="836323" y="3623848"/>
          <a:ext cx="4345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Distribuição temporal.</a:t>
          </a:r>
          <a:endParaRPr lang="en-US" sz="1800" kern="1200"/>
        </a:p>
      </dsp:txBody>
      <dsp:txXfrm>
        <a:off x="836323" y="3623848"/>
        <a:ext cx="434527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A32E5-AE9B-44A1-90CC-70802CA96762}">
      <dsp:nvSpPr>
        <dsp:cNvPr id="0" name=""/>
        <dsp:cNvSpPr/>
      </dsp:nvSpPr>
      <dsp:spPr>
        <a:xfrm>
          <a:off x="0" y="1844702"/>
          <a:ext cx="10927829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2135D-2D4A-4F7B-A0F2-F89B088C2B14}">
      <dsp:nvSpPr>
        <dsp:cNvPr id="0" name=""/>
        <dsp:cNvSpPr/>
      </dsp:nvSpPr>
      <dsp:spPr>
        <a:xfrm>
          <a:off x="402976" y="752638"/>
          <a:ext cx="2549527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7C9C8A-D2CF-4205-A7E1-11C15089B8DA}">
      <dsp:nvSpPr>
        <dsp:cNvPr id="0" name=""/>
        <dsp:cNvSpPr/>
      </dsp:nvSpPr>
      <dsp:spPr>
        <a:xfrm>
          <a:off x="402976" y="368940"/>
          <a:ext cx="2549527" cy="38369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Evolução temporal</a:t>
          </a:r>
        </a:p>
      </dsp:txBody>
      <dsp:txXfrm>
        <a:off x="402976" y="368940"/>
        <a:ext cx="2549527" cy="383698"/>
      </dsp:txXfrm>
    </dsp:sp>
    <dsp:sp modelId="{DD339ADE-2DFA-4C5C-B943-F3498CDFE89A}">
      <dsp:nvSpPr>
        <dsp:cNvPr id="0" name=""/>
        <dsp:cNvSpPr/>
      </dsp:nvSpPr>
      <dsp:spPr>
        <a:xfrm>
          <a:off x="211127" y="368940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147EC-63B8-4AEC-B2A3-2C4F32382BB6}">
      <dsp:nvSpPr>
        <dsp:cNvPr id="0" name=""/>
        <dsp:cNvSpPr/>
      </dsp:nvSpPr>
      <dsp:spPr>
        <a:xfrm>
          <a:off x="167002" y="1800577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0CB87-66D2-4563-8C93-1D818393134A}">
      <dsp:nvSpPr>
        <dsp:cNvPr id="0" name=""/>
        <dsp:cNvSpPr/>
      </dsp:nvSpPr>
      <dsp:spPr>
        <a:xfrm>
          <a:off x="1212928" y="2769488"/>
          <a:ext cx="2549527" cy="590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8AF2D-841D-4B2B-B13F-CF01F9A2D4AE}">
      <dsp:nvSpPr>
        <dsp:cNvPr id="0" name=""/>
        <dsp:cNvSpPr/>
      </dsp:nvSpPr>
      <dsp:spPr>
        <a:xfrm>
          <a:off x="1212928" y="2400548"/>
          <a:ext cx="2549527" cy="368940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Onde?</a:t>
          </a:r>
        </a:p>
      </dsp:txBody>
      <dsp:txXfrm>
        <a:off x="1212928" y="2400548"/>
        <a:ext cx="2549527" cy="368940"/>
      </dsp:txXfrm>
    </dsp:sp>
    <dsp:sp modelId="{CD5046CE-5065-4725-9DF2-1768E8226E21}">
      <dsp:nvSpPr>
        <dsp:cNvPr id="0" name=""/>
        <dsp:cNvSpPr/>
      </dsp:nvSpPr>
      <dsp:spPr>
        <a:xfrm>
          <a:off x="816552" y="1854531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FD10DA-1767-4D46-8CF8-D26756330140}">
      <dsp:nvSpPr>
        <dsp:cNvPr id="0" name=""/>
        <dsp:cNvSpPr/>
      </dsp:nvSpPr>
      <dsp:spPr>
        <a:xfrm>
          <a:off x="772427" y="1810405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864DE-AE16-4129-860D-6543E247CEA4}">
      <dsp:nvSpPr>
        <dsp:cNvPr id="0" name=""/>
        <dsp:cNvSpPr/>
      </dsp:nvSpPr>
      <dsp:spPr>
        <a:xfrm>
          <a:off x="3462293" y="752638"/>
          <a:ext cx="2549527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11503-05A0-4066-B414-DE2AC0C276C0}">
      <dsp:nvSpPr>
        <dsp:cNvPr id="0" name=""/>
        <dsp:cNvSpPr/>
      </dsp:nvSpPr>
      <dsp:spPr>
        <a:xfrm>
          <a:off x="3462293" y="368940"/>
          <a:ext cx="2549527" cy="38369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Distribuição geográfica</a:t>
          </a:r>
        </a:p>
      </dsp:txBody>
      <dsp:txXfrm>
        <a:off x="3462293" y="368940"/>
        <a:ext cx="2549527" cy="383698"/>
      </dsp:txXfrm>
    </dsp:sp>
    <dsp:sp modelId="{E2C95F14-B783-4CA8-9D74-2050760A89DD}">
      <dsp:nvSpPr>
        <dsp:cNvPr id="0" name=""/>
        <dsp:cNvSpPr/>
      </dsp:nvSpPr>
      <dsp:spPr>
        <a:xfrm>
          <a:off x="3270444" y="368940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8B7FAF-897C-4BFC-81C2-ECC6CA5D1028}">
      <dsp:nvSpPr>
        <dsp:cNvPr id="0" name=""/>
        <dsp:cNvSpPr/>
      </dsp:nvSpPr>
      <dsp:spPr>
        <a:xfrm>
          <a:off x="3226319" y="1800577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1D79D-5AEC-4162-93F5-AB2FF2BA9CFD}">
      <dsp:nvSpPr>
        <dsp:cNvPr id="0" name=""/>
        <dsp:cNvSpPr/>
      </dsp:nvSpPr>
      <dsp:spPr>
        <a:xfrm>
          <a:off x="4665255" y="2749824"/>
          <a:ext cx="2549527" cy="590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C4A7A8-D694-46C7-A16A-DB8CEAA92EC5}">
      <dsp:nvSpPr>
        <dsp:cNvPr id="0" name=""/>
        <dsp:cNvSpPr/>
      </dsp:nvSpPr>
      <dsp:spPr>
        <a:xfrm>
          <a:off x="4665255" y="2380883"/>
          <a:ext cx="2549527" cy="368940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Quando?</a:t>
          </a:r>
        </a:p>
      </dsp:txBody>
      <dsp:txXfrm>
        <a:off x="4665255" y="2380883"/>
        <a:ext cx="2549527" cy="368940"/>
      </dsp:txXfrm>
    </dsp:sp>
    <dsp:sp modelId="{06B41DAF-420C-4F72-A4CB-673EDF7CC10E}">
      <dsp:nvSpPr>
        <dsp:cNvPr id="0" name=""/>
        <dsp:cNvSpPr/>
      </dsp:nvSpPr>
      <dsp:spPr>
        <a:xfrm>
          <a:off x="4505134" y="1877420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38908-FE7A-4084-BBBF-5CAEC8B17E89}">
      <dsp:nvSpPr>
        <dsp:cNvPr id="0" name=""/>
        <dsp:cNvSpPr/>
      </dsp:nvSpPr>
      <dsp:spPr>
        <a:xfrm>
          <a:off x="4461009" y="1833294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DED84-AB57-4974-B396-7AC678EFFA55}">
      <dsp:nvSpPr>
        <dsp:cNvPr id="0" name=""/>
        <dsp:cNvSpPr/>
      </dsp:nvSpPr>
      <dsp:spPr>
        <a:xfrm>
          <a:off x="6607147" y="813021"/>
          <a:ext cx="3165034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087FE-2DBE-4FFC-9C14-2310D8A86F0C}">
      <dsp:nvSpPr>
        <dsp:cNvPr id="0" name=""/>
        <dsp:cNvSpPr/>
      </dsp:nvSpPr>
      <dsp:spPr>
        <a:xfrm>
          <a:off x="6607147" y="429323"/>
          <a:ext cx="3165034" cy="38369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Responsáveis por trás das reclamações</a:t>
          </a:r>
        </a:p>
      </dsp:txBody>
      <dsp:txXfrm>
        <a:off x="6607147" y="429323"/>
        <a:ext cx="3165034" cy="383698"/>
      </dsp:txXfrm>
    </dsp:sp>
    <dsp:sp modelId="{E01BCEC1-0D2C-4731-A534-F2EA69350928}">
      <dsp:nvSpPr>
        <dsp:cNvPr id="0" name=""/>
        <dsp:cNvSpPr/>
      </dsp:nvSpPr>
      <dsp:spPr>
        <a:xfrm>
          <a:off x="6329761" y="368940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AC104E-CBCE-4C44-AE20-5058E597B7BE}">
      <dsp:nvSpPr>
        <dsp:cNvPr id="0" name=""/>
        <dsp:cNvSpPr/>
      </dsp:nvSpPr>
      <dsp:spPr>
        <a:xfrm>
          <a:off x="6285636" y="1800577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E4A15-D26A-4D6C-8E29-836CF6397D5E}">
      <dsp:nvSpPr>
        <dsp:cNvPr id="0" name=""/>
        <dsp:cNvSpPr/>
      </dsp:nvSpPr>
      <dsp:spPr>
        <a:xfrm>
          <a:off x="8126833" y="2730159"/>
          <a:ext cx="2549527" cy="590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E0D37-42A6-4BCF-AD56-8DA7CF5A85D9}">
      <dsp:nvSpPr>
        <dsp:cNvPr id="0" name=""/>
        <dsp:cNvSpPr/>
      </dsp:nvSpPr>
      <dsp:spPr>
        <a:xfrm>
          <a:off x="8126833" y="2361219"/>
          <a:ext cx="2549527" cy="368940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000" kern="1200" dirty="0"/>
            <a:t>Por que?</a:t>
          </a:r>
        </a:p>
      </dsp:txBody>
      <dsp:txXfrm>
        <a:off x="8126833" y="2361219"/>
        <a:ext cx="2549527" cy="368940"/>
      </dsp:txXfrm>
    </dsp:sp>
    <dsp:sp modelId="{0BA12A29-2DA4-4438-B7E5-3752146DA6D8}">
      <dsp:nvSpPr>
        <dsp:cNvPr id="0" name=""/>
        <dsp:cNvSpPr/>
      </dsp:nvSpPr>
      <dsp:spPr>
        <a:xfrm>
          <a:off x="8028679" y="1844702"/>
          <a:ext cx="0" cy="147576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ACEEA-8FEC-48F5-9DE6-1E747E3CFD42}">
      <dsp:nvSpPr>
        <dsp:cNvPr id="0" name=""/>
        <dsp:cNvSpPr/>
      </dsp:nvSpPr>
      <dsp:spPr>
        <a:xfrm>
          <a:off x="7984554" y="1800577"/>
          <a:ext cx="88250" cy="882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AD8AE-8FFE-4207-BC04-A24AF1765E43}">
      <dsp:nvSpPr>
        <dsp:cNvPr id="0" name=""/>
        <dsp:cNvSpPr/>
      </dsp:nvSpPr>
      <dsp:spPr>
        <a:xfrm>
          <a:off x="0" y="0"/>
          <a:ext cx="2935131" cy="438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 err="1"/>
            <a:t>Resultados</a:t>
          </a:r>
          <a:r>
            <a:rPr lang="en-US" sz="1800" kern="1200" dirty="0"/>
            <a:t> </a:t>
          </a:r>
          <a:r>
            <a:rPr lang="en-US" sz="1800" kern="1200" dirty="0" err="1"/>
            <a:t>Pretendidos</a:t>
          </a:r>
          <a:r>
            <a:rPr lang="en-US" sz="1800" kern="1200" dirty="0"/>
            <a:t>:</a:t>
          </a:r>
        </a:p>
      </dsp:txBody>
      <dsp:txXfrm>
        <a:off x="0" y="0"/>
        <a:ext cx="2935131" cy="438812"/>
      </dsp:txXfrm>
    </dsp:sp>
    <dsp:sp modelId="{BBCF85B1-E941-444C-A6AD-075607E998CF}">
      <dsp:nvSpPr>
        <dsp:cNvPr id="0" name=""/>
        <dsp:cNvSpPr/>
      </dsp:nvSpPr>
      <dsp:spPr>
        <a:xfrm>
          <a:off x="0" y="438812"/>
          <a:ext cx="2935131" cy="394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Possibilitar a criação de séries históricas e mapas geográficos normalizados que transcendem a simples contagem.</a:t>
          </a:r>
          <a:endParaRPr lang="en-US" sz="1400" kern="1200" dirty="0"/>
        </a:p>
      </dsp:txBody>
      <dsp:txXfrm>
        <a:off x="0" y="438812"/>
        <a:ext cx="2935131" cy="3949312"/>
      </dsp:txXfrm>
    </dsp:sp>
    <dsp:sp modelId="{94610FA9-1936-4945-A757-59AB37175011}">
      <dsp:nvSpPr>
        <dsp:cNvPr id="0" name=""/>
        <dsp:cNvSpPr/>
      </dsp:nvSpPr>
      <dsp:spPr>
        <a:xfrm>
          <a:off x="3228644" y="0"/>
          <a:ext cx="2935131" cy="438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 err="1"/>
            <a:t>Resultados</a:t>
          </a:r>
          <a:r>
            <a:rPr lang="en-US" sz="1800" kern="1200" dirty="0"/>
            <a:t> </a:t>
          </a:r>
          <a:r>
            <a:rPr lang="en-US" sz="1800" kern="1200" dirty="0" err="1"/>
            <a:t>nos</a:t>
          </a:r>
          <a:r>
            <a:rPr lang="en-US" sz="1800" kern="1200" dirty="0"/>
            <a:t> </a:t>
          </a:r>
          <a:r>
            <a:rPr lang="en-US" sz="1800" kern="1200" dirty="0" err="1"/>
            <a:t>Permitem</a:t>
          </a:r>
          <a:r>
            <a:rPr lang="en-US" sz="1800" kern="1200" dirty="0"/>
            <a:t>:</a:t>
          </a:r>
        </a:p>
      </dsp:txBody>
      <dsp:txXfrm>
        <a:off x="3228644" y="0"/>
        <a:ext cx="2935131" cy="438812"/>
      </dsp:txXfrm>
    </dsp:sp>
    <dsp:sp modelId="{771FD921-F1D0-4702-92E4-7142AEB5EA27}">
      <dsp:nvSpPr>
        <dsp:cNvPr id="0" name=""/>
        <dsp:cNvSpPr/>
      </dsp:nvSpPr>
      <dsp:spPr>
        <a:xfrm>
          <a:off x="3228644" y="438812"/>
          <a:ext cx="2935131" cy="394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pt-BR" sz="1400" kern="1200" dirty="0"/>
            <a:t>- Identificar gargalos regionais;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400" kern="1200" dirty="0"/>
            <a:t>- </a:t>
          </a:r>
          <a:r>
            <a:rPr lang="en-US" sz="1400" kern="1200" dirty="0" err="1"/>
            <a:t>Entender</a:t>
          </a:r>
          <a:r>
            <a:rPr lang="en-US" sz="1400" kern="1200" dirty="0"/>
            <a:t> </a:t>
          </a:r>
          <a:r>
            <a:rPr lang="en-US" sz="1400" kern="1200" dirty="0" err="1"/>
            <a:t>correlações</a:t>
          </a:r>
          <a:r>
            <a:rPr lang="en-US" sz="1400" kern="1200" dirty="0"/>
            <a:t>;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sz="1400" kern="1200" dirty="0"/>
            <a:t>- </a:t>
          </a:r>
          <a:r>
            <a:rPr lang="en-US" sz="1400" kern="1200" dirty="0" err="1"/>
            <a:t>Medir</a:t>
          </a:r>
          <a:r>
            <a:rPr lang="en-US" sz="1400" kern="1200" dirty="0"/>
            <a:t> a performance.</a:t>
          </a:r>
        </a:p>
      </dsp:txBody>
      <dsp:txXfrm>
        <a:off x="3228644" y="438812"/>
        <a:ext cx="2935131" cy="3949312"/>
      </dsp:txXfrm>
    </dsp:sp>
    <dsp:sp modelId="{3F326660-2187-4388-95C6-D67295E7B6F7}">
      <dsp:nvSpPr>
        <dsp:cNvPr id="0" name=""/>
        <dsp:cNvSpPr/>
      </dsp:nvSpPr>
      <dsp:spPr>
        <a:xfrm>
          <a:off x="6457288" y="0"/>
          <a:ext cx="2935131" cy="438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 dirty="0"/>
            <a:t>Resultado Final:</a:t>
          </a:r>
          <a:endParaRPr lang="en-US" sz="1800" kern="1200" dirty="0"/>
        </a:p>
      </dsp:txBody>
      <dsp:txXfrm>
        <a:off x="6457288" y="0"/>
        <a:ext cx="2935131" cy="438812"/>
      </dsp:txXfrm>
    </dsp:sp>
    <dsp:sp modelId="{AF8A757C-95E3-42EC-AC99-7CBBC9A0D9F7}">
      <dsp:nvSpPr>
        <dsp:cNvPr id="0" name=""/>
        <dsp:cNvSpPr/>
      </dsp:nvSpPr>
      <dsp:spPr>
        <a:xfrm>
          <a:off x="6457288" y="438812"/>
          <a:ext cx="2935131" cy="394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just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Aplicação real e relevante da Ciência de Dados para transformar a ‘voz’ dos milhões de consumidores brasileiros em um mapa de calor regulatório. Os insights gerados são evidências diretas que podem subsidiar a melhoria da transparência, da regulação e, fundamentalmente, da qualidade dos serviços de telecomunicações no país.</a:t>
          </a:r>
          <a:endParaRPr lang="en-US" sz="1400" kern="1200" dirty="0"/>
        </a:p>
      </dsp:txBody>
      <dsp:txXfrm>
        <a:off x="6457288" y="438812"/>
        <a:ext cx="2935131" cy="3949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1BAC6-E717-5BE6-AB04-EA9FED70D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9928AF-730B-6AC5-B9E8-00731C91F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37DE6-7134-8B2C-E82F-9E59C8EA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A54D4E-04C1-3946-FBB9-4D6BC034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5BC0BD-8003-7017-B990-3257621A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13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5DEB8-5080-D532-EBE1-BEF006A3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E5486E-72BF-6C66-B1A3-7606688D3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206CA2-ED87-31D9-62AC-F85D7E9B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CC105B-1E44-2495-CAD2-F8A9DB1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F1F449-5D66-06AF-2D72-7696932A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47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2FF3B-A836-2615-AD92-A5937A1E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F19502-5FB6-0DB7-297B-186E47EC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FF358-E79C-32E7-7A9F-B037DEA6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D2D1D2-B7C3-4472-48D7-51C09C74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BEC0EE-F45A-9B2D-706B-B36423F7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10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C178A-9BF8-0CC6-AEB0-E2B17E56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F6ED2-713D-8377-1ADF-FF15C1A7B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43A55E-17EF-CDE8-FC68-1586079C8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794B7B-F8E2-005F-04E2-5AFF0DD4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092006-EED1-37DC-DFC6-015BC7DE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A6B9F8-2449-D3D7-0D8D-93C580DE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54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13633-D60D-1E86-2A07-33755D2C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70D394-D835-BAEF-A300-14BBDFD49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3A28AC-72DC-2508-6479-048D06799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24A9D7-9D02-B941-5DEF-BCAFBFC87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6333AD9-95A0-DB6D-1434-9AA9D4917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6AF4ED-CDE5-85C4-BDEF-D914BF38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88FE5C-7103-C4DF-B79E-FEA450B8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20E891-5895-D4A1-60AD-D55B3048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62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5CA33-3EA8-9287-69B3-19563840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AA6898-0411-0D0A-FE23-5891CB7B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CD4D6B-D6A4-F5B6-17CC-5A01F75D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88C134-5C75-30AC-0059-471D79BF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99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249143-7DC7-D25C-F734-B68F69CA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7C0448-F1B7-CD92-6C2D-BF2E8F3E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235A5D-FABA-B008-5C53-7A073C24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0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5C584-4193-599A-C9ED-57F9E4CC0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3F69F3-17F3-0E03-5D15-B06809A2A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4616F3-E74D-81DF-9DDE-C5E7F80D5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8839D5-329D-02F2-E14B-1EFCD60D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E616ED-88F1-13CA-02E4-7EE77D2B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015E17-00FD-CD8F-3C03-1CB53159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89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07799-2F9F-7AE6-AC7F-ABC04FB8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5E80077-614D-4673-CBBF-E944A129C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CB0539-6157-FC86-0BA9-CE5FD645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ADB0B8-FB08-F921-BA8D-42229C5F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1686F6-7DA3-B5A6-DD3C-0F5B9CD2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7E9F35-8BD6-1143-95E8-DC76198E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8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414CD-4E22-59C4-EC49-C42A739E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AC9B7D-92AE-FB8A-54AC-E12EA5A73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9FD652-195A-23CA-2B38-85A441A7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79690-19C3-E8A0-FD46-6115FDAB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A1D0F4-CA45-8013-8B8A-3B555AC2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1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FB58C8-3BDF-91A9-59FD-1D702681A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2EB77D-A3D0-C7D7-679E-819281DA0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AFF299-54B6-504E-5B9B-4DF39C95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1F9968-7CB0-400A-C850-C1CAE5EF4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E41863-8856-9E66-705F-1FF60659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84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DC06E6-9773-BAA7-4043-FB26C23F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2837CF-602A-A306-C1E4-B0F91485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1CC5AD-7A81-8450-8B4C-9FCE278FD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1B809-B6F5-4B57-8204-1F64959583E1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F83C43-05FB-EB12-D876-B81E44B72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F644FB-7020-DA8F-0489-373AE6B7E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3984F-AD4C-4AAB-ABE6-8EF7EE9669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395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D19C2D-FFCE-4308-56BB-A79D4D5B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Análise de Manifestações de Consumidores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D55692-0E00-B0B7-4A0C-F42AD12C5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Insights Regulatórios e de Qualidade no Setor de Telecomunicações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5668378-5530-B793-B9EA-A0C9AD5F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949" y="2577920"/>
            <a:ext cx="6996101" cy="230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9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7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9D8552-6290-2BCF-94A1-F2BED141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81026" cy="1322887"/>
          </a:xfrm>
        </p:spPr>
        <p:txBody>
          <a:bodyPr>
            <a:normAutofit/>
          </a:bodyPr>
          <a:lstStyle/>
          <a:p>
            <a:r>
              <a:rPr lang="pt-BR"/>
              <a:t>GRUPO 4</a:t>
            </a:r>
            <a:endParaRPr lang="pt-BR" dirty="0"/>
          </a:p>
        </p:txBody>
      </p:sp>
      <p:graphicFrame>
        <p:nvGraphicFramePr>
          <p:cNvPr id="11" name="Espaço Reservado para Conteúdo 2">
            <a:extLst>
              <a:ext uri="{FF2B5EF4-FFF2-40B4-BE49-F238E27FC236}">
                <a16:creationId xmlns:a16="http://schemas.microsoft.com/office/drawing/2014/main" id="{5CCFC2A8-CC8A-90E3-2412-6B58AA708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85853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37034" y="2194102"/>
          <a:ext cx="8065960" cy="3908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4F252848-4E62-EA39-0D5C-C473B79F46CA}"/>
              </a:ext>
            </a:extLst>
          </p:cNvPr>
          <p:cNvSpPr txBox="1"/>
          <p:nvPr/>
        </p:nvSpPr>
        <p:spPr>
          <a:xfrm>
            <a:off x="6774428" y="6163061"/>
            <a:ext cx="25760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Professor</a:t>
            </a:r>
            <a:r>
              <a:rPr lang="pt-BR" sz="1100" dirty="0"/>
              <a:t>:</a:t>
            </a:r>
          </a:p>
          <a:p>
            <a:r>
              <a:rPr lang="pt-BR" sz="1100" dirty="0"/>
              <a:t>Ismar Frango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B85B75-1E40-B293-E99E-41418E4B4935}"/>
              </a:ext>
            </a:extLst>
          </p:cNvPr>
          <p:cNvSpPr txBox="1"/>
          <p:nvPr/>
        </p:nvSpPr>
        <p:spPr>
          <a:xfrm>
            <a:off x="98322" y="6163061"/>
            <a:ext cx="40312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/>
              <a:t>UNIVERSIDADE PRESBITERIANA MACKENZIE </a:t>
            </a:r>
          </a:p>
          <a:p>
            <a:pPr algn="just"/>
            <a:r>
              <a:rPr lang="pt-BR" sz="1100" dirty="0"/>
              <a:t>FACULDADE DE COMPUTAÇÃO E INFORMÁTICA </a:t>
            </a:r>
          </a:p>
          <a:p>
            <a:pPr algn="just"/>
            <a:r>
              <a:rPr lang="pt-BR" sz="1100" dirty="0"/>
              <a:t>TECNOLOGIA EM CIÊNCIAS DE DADOS</a:t>
            </a:r>
          </a:p>
        </p:txBody>
      </p:sp>
    </p:spTree>
    <p:extLst>
      <p:ext uri="{BB962C8B-B14F-4D97-AF65-F5344CB8AC3E}">
        <p14:creationId xmlns:p14="http://schemas.microsoft.com/office/powerpoint/2010/main" val="3887701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E56CA-F733-5DA5-91B4-70263895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e Proposta Analítica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9FF7DA-5DA1-6BAA-A74C-E6CDA2D9D4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Transformar a vasta quantidade de dados com mais de 15 milhões de registros em informações estratégicas para tomada de decisão</a:t>
            </a:r>
          </a:p>
        </p:txBody>
      </p:sp>
      <p:graphicFrame>
        <p:nvGraphicFramePr>
          <p:cNvPr id="8" name="Espaço Reservado para Conteúdo 3">
            <a:extLst>
              <a:ext uri="{FF2B5EF4-FFF2-40B4-BE49-F238E27FC236}">
                <a16:creationId xmlns:a16="http://schemas.microsoft.com/office/drawing/2014/main" id="{2EB30966-4219-EE9B-BCC4-7320BB64EF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8805884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4" name="Imagem 23" descr="Ícone&#10;&#10;O conteúdo gerado por IA pode estar incorreto.">
            <a:extLst>
              <a:ext uri="{FF2B5EF4-FFF2-40B4-BE49-F238E27FC236}">
                <a16:creationId xmlns:a16="http://schemas.microsoft.com/office/drawing/2014/main" id="{EE0A2051-C81C-B877-3D5F-76A59BD471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98" y="4148463"/>
            <a:ext cx="2438741" cy="24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F5455F-0603-AF8C-13DB-5F21DB0E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Identificação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onde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consumidor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brasileiro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tem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tido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problemas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com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os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serviços</a:t>
            </a:r>
            <a: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25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telecomunicações</a:t>
            </a:r>
            <a:r>
              <a:rPr lang="en-US" sz="2500" b="1" dirty="0">
                <a:solidFill>
                  <a:srgbClr val="FFFFFF"/>
                </a:solidFill>
              </a:rPr>
              <a:t>:</a:t>
            </a: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Espaço Reservado para Conteúdo 5" descr="Basic Timeline">
            <a:extLst>
              <a:ext uri="{FF2B5EF4-FFF2-40B4-BE49-F238E27FC236}">
                <a16:creationId xmlns:a16="http://schemas.microsoft.com/office/drawing/2014/main" id="{0C8BAF06-6747-972B-84C8-F383C75B3C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8473703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347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0D0334-9F26-8FFA-673B-1CC4A6D3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00" y="202324"/>
            <a:ext cx="4231211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Foco do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estudo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atendimento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B869B57B-1AA8-4B92-360A-F80D9F07A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gráfico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confirma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95% dos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atendimentos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foram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reclamações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6" name="Espaço Reservado para Conteúdo 5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3E5632C5-E60F-4D1B-ED36-1FB4E3D9D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895751" y="1537294"/>
            <a:ext cx="5708649" cy="375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81E381-8AB7-3337-1038-E34AE48F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Distribuição de reclamações por estado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8A11AD-7476-1296-1211-AFCCBF471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É possível notar que a quantidade de reclamações é proporcional à população de cada estado.</a:t>
            </a:r>
          </a:p>
        </p:txBody>
      </p:sp>
      <p:pic>
        <p:nvPicPr>
          <p:cNvPr id="6" name="Espaço Reservado para Conteúdo 5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6FA595C8-01BA-E164-F402-702E6B829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909" y="2354239"/>
            <a:ext cx="8400182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7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0A5D14-9349-36AE-D05B-E2AF76C0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Mapa geográfico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2419F6-A292-D3A8-259A-F96AA14C3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 err="1"/>
              <a:t>Realizamos</a:t>
            </a:r>
            <a:r>
              <a:rPr lang="en-US" sz="1800" dirty="0"/>
              <a:t> a </a:t>
            </a:r>
            <a:r>
              <a:rPr lang="en-US" sz="1800" dirty="0" err="1"/>
              <a:t>análise</a:t>
            </a:r>
            <a:r>
              <a:rPr lang="en-US" sz="1800" dirty="0"/>
              <a:t> </a:t>
            </a:r>
            <a:r>
              <a:rPr lang="en-US" sz="1800" dirty="0" err="1"/>
              <a:t>através</a:t>
            </a:r>
            <a:r>
              <a:rPr lang="en-US" sz="1800" dirty="0"/>
              <a:t> do </a:t>
            </a:r>
            <a:r>
              <a:rPr lang="en-US" sz="1800" dirty="0" err="1"/>
              <a:t>gráfico</a:t>
            </a:r>
            <a:r>
              <a:rPr lang="en-US" sz="1800" dirty="0"/>
              <a:t> </a:t>
            </a:r>
            <a:r>
              <a:rPr lang="en-US" sz="1800" dirty="0" err="1"/>
              <a:t>geográfico</a:t>
            </a:r>
            <a:r>
              <a:rPr lang="en-US" sz="1800" dirty="0"/>
              <a:t> para ter a </a:t>
            </a:r>
            <a:r>
              <a:rPr lang="en-US" sz="1800" dirty="0" err="1"/>
              <a:t>certeza</a:t>
            </a:r>
            <a:r>
              <a:rPr lang="en-US" sz="1800" dirty="0"/>
              <a:t> da </a:t>
            </a:r>
            <a:r>
              <a:rPr lang="en-US" sz="1800" dirty="0" err="1"/>
              <a:t>relação</a:t>
            </a:r>
            <a:r>
              <a:rPr lang="en-US" sz="1800" dirty="0"/>
              <a:t> entre </a:t>
            </a:r>
            <a:r>
              <a:rPr lang="en-US" sz="1800" dirty="0" err="1"/>
              <a:t>reclamações</a:t>
            </a:r>
            <a:r>
              <a:rPr lang="en-US" sz="1800" dirty="0"/>
              <a:t> x </a:t>
            </a:r>
            <a:r>
              <a:rPr lang="en-US" sz="1800" dirty="0" err="1"/>
              <a:t>população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estado</a:t>
            </a:r>
            <a:r>
              <a:rPr lang="en-US" sz="1800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ço Reservado para Conteúdo 5" descr="Mapa&#10;&#10;O conteúdo gerado por IA pode estar incorreto.">
            <a:extLst>
              <a:ext uri="{FF2B5EF4-FFF2-40B4-BE49-F238E27FC236}">
                <a16:creationId xmlns:a16="http://schemas.microsoft.com/office/drawing/2014/main" id="{3673B752-3F08-9EF9-77DF-27584A4BB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829202"/>
            <a:ext cx="5628018" cy="49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23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0AFCA7-248A-4D7C-8995-9DCFC59D2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80" y="2072667"/>
            <a:ext cx="2752354" cy="2709275"/>
          </a:xfrm>
          <a:prstGeom prst="ellipse">
            <a:avLst/>
          </a:prstGeom>
          <a:solidFill>
            <a:schemeClr val="tx1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Dados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utilizados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com base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opulação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estimada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2022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1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estado</a:t>
            </a:r>
            <a:endParaRPr lang="en-US" sz="1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Espaço Reservado para Conteúdo 5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FF70A4A1-92AF-F8A7-5DBA-F113BE41E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312" y="961812"/>
            <a:ext cx="6618775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2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3B9165-06DA-3B68-E1CA-A80C2C39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Reclamação</a:t>
            </a:r>
            <a:r>
              <a:rPr lang="en-US" sz="4000" dirty="0"/>
              <a:t> </a:t>
            </a:r>
            <a:r>
              <a:rPr lang="en-US" sz="4000" dirty="0" err="1"/>
              <a:t>por</a:t>
            </a:r>
            <a:r>
              <a:rPr lang="en-US" sz="4000" dirty="0"/>
              <a:t> </a:t>
            </a:r>
            <a:r>
              <a:rPr lang="en-US" sz="4000" dirty="0" err="1"/>
              <a:t>habitantes</a:t>
            </a:r>
            <a:endParaRPr lang="en-US" sz="400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027366-10C1-0183-AB02-D4AA6EA92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6824" y="2623381"/>
            <a:ext cx="4772974" cy="3553581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US" sz="2000" dirty="0"/>
              <a:t>O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reclamações</a:t>
            </a:r>
            <a:r>
              <a:rPr lang="en-US" sz="2000" dirty="0"/>
              <a:t> </a:t>
            </a:r>
            <a:r>
              <a:rPr lang="en-US" sz="2000" dirty="0" err="1"/>
              <a:t>normalizado</a:t>
            </a:r>
            <a:r>
              <a:rPr lang="en-US" sz="2000" dirty="0"/>
              <a:t> pela </a:t>
            </a:r>
            <a:r>
              <a:rPr lang="en-US" sz="2000" dirty="0" err="1"/>
              <a:t>população</a:t>
            </a:r>
            <a:r>
              <a:rPr lang="en-US" sz="2000" dirty="0"/>
              <a:t>, varia </a:t>
            </a:r>
            <a:r>
              <a:rPr lang="en-US" sz="2000" dirty="0" err="1"/>
              <a:t>significamente</a:t>
            </a:r>
            <a:r>
              <a:rPr lang="en-US" sz="2000" dirty="0"/>
              <a:t> entre </a:t>
            </a:r>
            <a:r>
              <a:rPr lang="en-US" sz="2000" dirty="0" err="1"/>
              <a:t>estados</a:t>
            </a:r>
            <a:r>
              <a:rPr lang="en-US" sz="2000" dirty="0"/>
              <a:t>, </a:t>
            </a:r>
            <a:r>
              <a:rPr lang="en-US" sz="2000" dirty="0" err="1"/>
              <a:t>onde</a:t>
            </a:r>
            <a:r>
              <a:rPr lang="en-US" sz="2000" dirty="0"/>
              <a:t>,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estados</a:t>
            </a:r>
            <a:r>
              <a:rPr lang="en-US" sz="2000" dirty="0"/>
              <a:t> com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reclamações</a:t>
            </a:r>
            <a:r>
              <a:rPr lang="en-US" sz="2000" dirty="0"/>
              <a:t>,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urbanizados</a:t>
            </a:r>
            <a:r>
              <a:rPr lang="en-US" sz="2000" dirty="0"/>
              <a:t>.</a:t>
            </a:r>
          </a:p>
        </p:txBody>
      </p:sp>
      <p:pic>
        <p:nvPicPr>
          <p:cNvPr id="6" name="Espaço Reservado para Conteúdo 5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DB8E6547-1446-DA4F-A2E4-8E6124BAC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622" y="159448"/>
            <a:ext cx="4211241" cy="3137374"/>
          </a:xfrm>
          <a:prstGeom prst="rect">
            <a:avLst/>
          </a:prstGeom>
        </p:spPr>
      </p:pic>
      <p:pic>
        <p:nvPicPr>
          <p:cNvPr id="8" name="Imagem 7" descr="Mapa&#10;&#10;O conteúdo gerado por IA pode estar incorreto.">
            <a:extLst>
              <a:ext uri="{FF2B5EF4-FFF2-40B4-BE49-F238E27FC236}">
                <a16:creationId xmlns:a16="http://schemas.microsoft.com/office/drawing/2014/main" id="{34CB774B-4D9A-55D4-0ABA-15F471AA1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381" y="3351092"/>
            <a:ext cx="3962535" cy="32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4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F88EB1-6E6C-D7B4-8EE4-C2E6C200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Evolução das reclamações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1056DD-23F8-13C4-E8E8-8C0E8B89E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Podemos notar uma tendência de declínio nas reclamações feitas no período de 2015 - 2020</a:t>
            </a:r>
          </a:p>
        </p:txBody>
      </p:sp>
      <p:pic>
        <p:nvPicPr>
          <p:cNvPr id="6" name="Espaço Reservado para Conteúdo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19888F9-EFFC-6B02-1FAE-032349294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731" y="2354239"/>
            <a:ext cx="882253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6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2">
            <a:extLst>
              <a:ext uri="{FF2B5EF4-FFF2-40B4-BE49-F238E27FC236}">
                <a16:creationId xmlns:a16="http://schemas.microsoft.com/office/drawing/2014/main" id="{669216FA-293F-4DFA-AF49-122081674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7814528" cy="6858000"/>
          </a:xfrm>
          <a:custGeom>
            <a:avLst/>
            <a:gdLst>
              <a:gd name="connsiteX0" fmla="*/ 7814528 w 7814528"/>
              <a:gd name="connsiteY0" fmla="*/ 0 h 6858000"/>
              <a:gd name="connsiteX1" fmla="*/ 4918634 w 7814528"/>
              <a:gd name="connsiteY1" fmla="*/ 0 h 6858000"/>
              <a:gd name="connsiteX2" fmla="*/ 3846377 w 7814528"/>
              <a:gd name="connsiteY2" fmla="*/ 0 h 6858000"/>
              <a:gd name="connsiteX3" fmla="*/ 1560224 w 7814528"/>
              <a:gd name="connsiteY3" fmla="*/ 0 h 6858000"/>
              <a:gd name="connsiteX4" fmla="*/ 1545811 w 7814528"/>
              <a:gd name="connsiteY4" fmla="*/ 52964 h 6858000"/>
              <a:gd name="connsiteX5" fmla="*/ 1507504 w 7814528"/>
              <a:gd name="connsiteY5" fmla="*/ 89121 h 6858000"/>
              <a:gd name="connsiteX6" fmla="*/ 1509331 w 7814528"/>
              <a:gd name="connsiteY6" fmla="*/ 143623 h 6858000"/>
              <a:gd name="connsiteX7" fmla="*/ 1476497 w 7814528"/>
              <a:gd name="connsiteY7" fmla="*/ 182099 h 6858000"/>
              <a:gd name="connsiteX8" fmla="*/ 1448939 w 7814528"/>
              <a:gd name="connsiteY8" fmla="*/ 236597 h 6858000"/>
              <a:gd name="connsiteX9" fmla="*/ 1420047 w 7814528"/>
              <a:gd name="connsiteY9" fmla="*/ 334926 h 6858000"/>
              <a:gd name="connsiteX10" fmla="*/ 1379508 w 7814528"/>
              <a:gd name="connsiteY10" fmla="*/ 455615 h 6858000"/>
              <a:gd name="connsiteX11" fmla="*/ 1387994 w 7814528"/>
              <a:gd name="connsiteY11" fmla="*/ 515581 h 6858000"/>
              <a:gd name="connsiteX12" fmla="*/ 1369494 w 7814528"/>
              <a:gd name="connsiteY12" fmla="*/ 600848 h 6858000"/>
              <a:gd name="connsiteX13" fmla="*/ 1385058 w 7814528"/>
              <a:gd name="connsiteY13" fmla="*/ 712462 h 6858000"/>
              <a:gd name="connsiteX14" fmla="*/ 1312535 w 7814528"/>
              <a:gd name="connsiteY14" fmla="*/ 779617 h 6858000"/>
              <a:gd name="connsiteX15" fmla="*/ 1327355 w 7814528"/>
              <a:gd name="connsiteY15" fmla="*/ 890133 h 6858000"/>
              <a:gd name="connsiteX16" fmla="*/ 1366472 w 7814528"/>
              <a:gd name="connsiteY16" fmla="*/ 950605 h 6858000"/>
              <a:gd name="connsiteX17" fmla="*/ 1386886 w 7814528"/>
              <a:gd name="connsiteY17" fmla="*/ 1051638 h 6858000"/>
              <a:gd name="connsiteX18" fmla="*/ 1370890 w 7814528"/>
              <a:gd name="connsiteY18" fmla="*/ 1102487 h 6858000"/>
              <a:gd name="connsiteX19" fmla="*/ 1341022 w 7814528"/>
              <a:gd name="connsiteY19" fmla="*/ 1164961 h 6858000"/>
              <a:gd name="connsiteX20" fmla="*/ 1342836 w 7814528"/>
              <a:gd name="connsiteY20" fmla="*/ 1249089 h 6858000"/>
              <a:gd name="connsiteX21" fmla="*/ 1306738 w 7814528"/>
              <a:gd name="connsiteY21" fmla="*/ 1345177 h 6858000"/>
              <a:gd name="connsiteX22" fmla="*/ 1300572 w 7814528"/>
              <a:gd name="connsiteY22" fmla="*/ 1349556 h 6858000"/>
              <a:gd name="connsiteX23" fmla="*/ 1299545 w 7814528"/>
              <a:gd name="connsiteY23" fmla="*/ 1357170 h 6858000"/>
              <a:gd name="connsiteX24" fmla="*/ 1303870 w 7814528"/>
              <a:gd name="connsiteY24" fmla="*/ 1361656 h 6858000"/>
              <a:gd name="connsiteX25" fmla="*/ 1291699 w 7814528"/>
              <a:gd name="connsiteY25" fmla="*/ 1421105 h 6858000"/>
              <a:gd name="connsiteX26" fmla="*/ 1268505 w 7814528"/>
              <a:gd name="connsiteY26" fmla="*/ 1489998 h 6858000"/>
              <a:gd name="connsiteX27" fmla="*/ 1273852 w 7814528"/>
              <a:gd name="connsiteY27" fmla="*/ 1558391 h 6858000"/>
              <a:gd name="connsiteX28" fmla="*/ 1269886 w 7814528"/>
              <a:gd name="connsiteY28" fmla="*/ 1634781 h 6858000"/>
              <a:gd name="connsiteX29" fmla="*/ 1267725 w 7814528"/>
              <a:gd name="connsiteY29" fmla="*/ 1680343 h 6858000"/>
              <a:gd name="connsiteX30" fmla="*/ 1245845 w 7814528"/>
              <a:gd name="connsiteY30" fmla="*/ 1810891 h 6858000"/>
              <a:gd name="connsiteX31" fmla="*/ 1197494 w 7814528"/>
              <a:gd name="connsiteY31" fmla="*/ 1985855 h 6858000"/>
              <a:gd name="connsiteX32" fmla="*/ 1180450 w 7814528"/>
              <a:gd name="connsiteY32" fmla="*/ 2025741 h 6858000"/>
              <a:gd name="connsiteX33" fmla="*/ 1180389 w 7814528"/>
              <a:gd name="connsiteY33" fmla="*/ 2031780 h 6858000"/>
              <a:gd name="connsiteX34" fmla="*/ 1173755 w 7814528"/>
              <a:gd name="connsiteY34" fmla="*/ 2064932 h 6858000"/>
              <a:gd name="connsiteX35" fmla="*/ 1178518 w 7814528"/>
              <a:gd name="connsiteY35" fmla="*/ 2118139 h 6858000"/>
              <a:gd name="connsiteX36" fmla="*/ 1185141 w 7814528"/>
              <a:gd name="connsiteY36" fmla="*/ 2154737 h 6858000"/>
              <a:gd name="connsiteX37" fmla="*/ 1185020 w 7814528"/>
              <a:gd name="connsiteY37" fmla="*/ 2259305 h 6858000"/>
              <a:gd name="connsiteX38" fmla="*/ 1178049 w 7814528"/>
              <a:gd name="connsiteY38" fmla="*/ 2517573 h 6858000"/>
              <a:gd name="connsiteX39" fmla="*/ 1179496 w 7814528"/>
              <a:gd name="connsiteY39" fmla="*/ 2636046 h 6858000"/>
              <a:gd name="connsiteX40" fmla="*/ 1192574 w 7814528"/>
              <a:gd name="connsiteY40" fmla="*/ 2780324 h 6858000"/>
              <a:gd name="connsiteX41" fmla="*/ 1158036 w 7814528"/>
              <a:gd name="connsiteY41" fmla="*/ 3022588 h 6858000"/>
              <a:gd name="connsiteX42" fmla="*/ 1150044 w 7814528"/>
              <a:gd name="connsiteY42" fmla="*/ 3399727 h 6858000"/>
              <a:gd name="connsiteX43" fmla="*/ 1150150 w 7814528"/>
              <a:gd name="connsiteY43" fmla="*/ 3673177 h 6858000"/>
              <a:gd name="connsiteX44" fmla="*/ 1151174 w 7814528"/>
              <a:gd name="connsiteY44" fmla="*/ 3675779 h 6858000"/>
              <a:gd name="connsiteX45" fmla="*/ 1149664 w 7814528"/>
              <a:gd name="connsiteY45" fmla="*/ 3703595 h 6858000"/>
              <a:gd name="connsiteX46" fmla="*/ 1132881 w 7814528"/>
              <a:gd name="connsiteY46" fmla="*/ 3833633 h 6858000"/>
              <a:gd name="connsiteX47" fmla="*/ 1134815 w 7814528"/>
              <a:gd name="connsiteY47" fmla="*/ 3841018 h 6858000"/>
              <a:gd name="connsiteX48" fmla="*/ 1120250 w 7814528"/>
              <a:gd name="connsiteY48" fmla="*/ 3887430 h 6858000"/>
              <a:gd name="connsiteX49" fmla="*/ 1102131 w 7814528"/>
              <a:gd name="connsiteY49" fmla="*/ 4004432 h 6858000"/>
              <a:gd name="connsiteX50" fmla="*/ 1023613 w 7814528"/>
              <a:gd name="connsiteY50" fmla="*/ 4326337 h 6858000"/>
              <a:gd name="connsiteX51" fmla="*/ 978637 w 7814528"/>
              <a:gd name="connsiteY51" fmla="*/ 4400454 h 6858000"/>
              <a:gd name="connsiteX52" fmla="*/ 965082 w 7814528"/>
              <a:gd name="connsiteY52" fmla="*/ 4458968 h 6858000"/>
              <a:gd name="connsiteX53" fmla="*/ 920188 w 7814528"/>
              <a:gd name="connsiteY53" fmla="*/ 4639226 h 6858000"/>
              <a:gd name="connsiteX54" fmla="*/ 742368 w 7814528"/>
              <a:gd name="connsiteY54" fmla="*/ 4844222 h 6858000"/>
              <a:gd name="connsiteX55" fmla="*/ 607456 w 7814528"/>
              <a:gd name="connsiteY55" fmla="*/ 4966224 h 6858000"/>
              <a:gd name="connsiteX56" fmla="*/ 508178 w 7814528"/>
              <a:gd name="connsiteY56" fmla="*/ 5187685 h 6858000"/>
              <a:gd name="connsiteX57" fmla="*/ 534294 w 7814528"/>
              <a:gd name="connsiteY57" fmla="*/ 5284615 h 6858000"/>
              <a:gd name="connsiteX58" fmla="*/ 447707 w 7814528"/>
              <a:gd name="connsiteY58" fmla="*/ 5395474 h 6858000"/>
              <a:gd name="connsiteX59" fmla="*/ 387935 w 7814528"/>
              <a:gd name="connsiteY59" fmla="*/ 5513206 h 6858000"/>
              <a:gd name="connsiteX60" fmla="*/ 292998 w 7814528"/>
              <a:gd name="connsiteY60" fmla="*/ 5606846 h 6858000"/>
              <a:gd name="connsiteX61" fmla="*/ 312720 w 7814528"/>
              <a:gd name="connsiteY61" fmla="*/ 5718432 h 6858000"/>
              <a:gd name="connsiteX62" fmla="*/ 303403 w 7814528"/>
              <a:gd name="connsiteY62" fmla="*/ 5763866 h 6858000"/>
              <a:gd name="connsiteX63" fmla="*/ 274115 w 7814528"/>
              <a:gd name="connsiteY63" fmla="*/ 5897456 h 6858000"/>
              <a:gd name="connsiteX64" fmla="*/ 267877 w 7814528"/>
              <a:gd name="connsiteY64" fmla="*/ 5939124 h 6858000"/>
              <a:gd name="connsiteX65" fmla="*/ 258663 w 7814528"/>
              <a:gd name="connsiteY65" fmla="*/ 6050242 h 6858000"/>
              <a:gd name="connsiteX66" fmla="*/ 283914 w 7814528"/>
              <a:gd name="connsiteY66" fmla="*/ 6117636 h 6858000"/>
              <a:gd name="connsiteX67" fmla="*/ 322438 w 7814528"/>
              <a:gd name="connsiteY67" fmla="*/ 6227890 h 6858000"/>
              <a:gd name="connsiteX68" fmla="*/ 311534 w 7814528"/>
              <a:gd name="connsiteY68" fmla="*/ 6270812 h 6858000"/>
              <a:gd name="connsiteX69" fmla="*/ 280671 w 7814528"/>
              <a:gd name="connsiteY69" fmla="*/ 6223342 h 6858000"/>
              <a:gd name="connsiteX70" fmla="*/ 280789 w 7814528"/>
              <a:gd name="connsiteY70" fmla="*/ 6292076 h 6858000"/>
              <a:gd name="connsiteX71" fmla="*/ 278411 w 7814528"/>
              <a:gd name="connsiteY71" fmla="*/ 6346762 h 6858000"/>
              <a:gd name="connsiteX72" fmla="*/ 196833 w 7814528"/>
              <a:gd name="connsiteY72" fmla="*/ 6404216 h 6858000"/>
              <a:gd name="connsiteX73" fmla="*/ 186183 w 7814528"/>
              <a:gd name="connsiteY73" fmla="*/ 6460270 h 6858000"/>
              <a:gd name="connsiteX74" fmla="*/ 134005 w 7814528"/>
              <a:gd name="connsiteY74" fmla="*/ 6493382 h 6858000"/>
              <a:gd name="connsiteX75" fmla="*/ 131368 w 7814528"/>
              <a:gd name="connsiteY75" fmla="*/ 6500603 h 6858000"/>
              <a:gd name="connsiteX76" fmla="*/ 134632 w 7814528"/>
              <a:gd name="connsiteY76" fmla="*/ 6505906 h 6858000"/>
              <a:gd name="connsiteX77" fmla="*/ 109997 w 7814528"/>
              <a:gd name="connsiteY77" fmla="*/ 6561395 h 6858000"/>
              <a:gd name="connsiteX78" fmla="*/ 97687 w 7814528"/>
              <a:gd name="connsiteY78" fmla="*/ 6623770 h 6858000"/>
              <a:gd name="connsiteX79" fmla="*/ 53082 w 7814528"/>
              <a:gd name="connsiteY79" fmla="*/ 6696748 h 6858000"/>
              <a:gd name="connsiteX80" fmla="*/ 42878 w 7814528"/>
              <a:gd name="connsiteY80" fmla="*/ 6765511 h 6858000"/>
              <a:gd name="connsiteX81" fmla="*/ 30999 w 7814528"/>
              <a:gd name="connsiteY81" fmla="*/ 6809563 h 6858000"/>
              <a:gd name="connsiteX82" fmla="*/ 154 w 7814528"/>
              <a:gd name="connsiteY82" fmla="*/ 6857440 h 6858000"/>
              <a:gd name="connsiteX83" fmla="*/ 0 w 7814528"/>
              <a:gd name="connsiteY83" fmla="*/ 6858000 h 6858000"/>
              <a:gd name="connsiteX84" fmla="*/ 3846377 w 7814528"/>
              <a:gd name="connsiteY84" fmla="*/ 6858000 h 6858000"/>
              <a:gd name="connsiteX85" fmla="*/ 4918634 w 7814528"/>
              <a:gd name="connsiteY85" fmla="*/ 6858000 h 6858000"/>
              <a:gd name="connsiteX86" fmla="*/ 7814528 w 7814528"/>
              <a:gd name="connsiteY8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7814528" h="6858000">
                <a:moveTo>
                  <a:pt x="7814528" y="0"/>
                </a:moveTo>
                <a:lnTo>
                  <a:pt x="4918634" y="0"/>
                </a:lnTo>
                <a:lnTo>
                  <a:pt x="3846377" y="0"/>
                </a:lnTo>
                <a:lnTo>
                  <a:pt x="1560224" y="0"/>
                </a:lnTo>
                <a:lnTo>
                  <a:pt x="1545811" y="52964"/>
                </a:lnTo>
                <a:cubicBezTo>
                  <a:pt x="1528410" y="78177"/>
                  <a:pt x="1517810" y="67775"/>
                  <a:pt x="1507504" y="89121"/>
                </a:cubicBezTo>
                <a:cubicBezTo>
                  <a:pt x="1508113" y="107288"/>
                  <a:pt x="1508722" y="125456"/>
                  <a:pt x="1509331" y="143623"/>
                </a:cubicBezTo>
                <a:cubicBezTo>
                  <a:pt x="1506516" y="157505"/>
                  <a:pt x="1450948" y="154163"/>
                  <a:pt x="1476497" y="182099"/>
                </a:cubicBezTo>
                <a:cubicBezTo>
                  <a:pt x="1477289" y="203409"/>
                  <a:pt x="1453597" y="215198"/>
                  <a:pt x="1448939" y="236597"/>
                </a:cubicBezTo>
                <a:cubicBezTo>
                  <a:pt x="1404813" y="323811"/>
                  <a:pt x="1432514" y="275061"/>
                  <a:pt x="1420047" y="334926"/>
                </a:cubicBezTo>
                <a:cubicBezTo>
                  <a:pt x="1410313" y="400073"/>
                  <a:pt x="1422800" y="355936"/>
                  <a:pt x="1379508" y="455615"/>
                </a:cubicBezTo>
                <a:cubicBezTo>
                  <a:pt x="1385931" y="489229"/>
                  <a:pt x="1380690" y="490382"/>
                  <a:pt x="1387994" y="515581"/>
                </a:cubicBezTo>
                <a:cubicBezTo>
                  <a:pt x="1405790" y="523813"/>
                  <a:pt x="1354208" y="591261"/>
                  <a:pt x="1369494" y="600848"/>
                </a:cubicBezTo>
                <a:cubicBezTo>
                  <a:pt x="1369503" y="646426"/>
                  <a:pt x="1385049" y="666884"/>
                  <a:pt x="1385058" y="712462"/>
                </a:cubicBezTo>
                <a:cubicBezTo>
                  <a:pt x="1371578" y="737413"/>
                  <a:pt x="1301411" y="773001"/>
                  <a:pt x="1312535" y="779617"/>
                </a:cubicBezTo>
                <a:cubicBezTo>
                  <a:pt x="1306880" y="822322"/>
                  <a:pt x="1322795" y="848662"/>
                  <a:pt x="1327355" y="890133"/>
                </a:cubicBezTo>
                <a:cubicBezTo>
                  <a:pt x="1310340" y="948105"/>
                  <a:pt x="1361739" y="906205"/>
                  <a:pt x="1366472" y="950605"/>
                </a:cubicBezTo>
                <a:lnTo>
                  <a:pt x="1386886" y="1051638"/>
                </a:lnTo>
                <a:lnTo>
                  <a:pt x="1370890" y="1102487"/>
                </a:lnTo>
                <a:lnTo>
                  <a:pt x="1341022" y="1164961"/>
                </a:lnTo>
                <a:cubicBezTo>
                  <a:pt x="1325635" y="1231008"/>
                  <a:pt x="1335585" y="1221954"/>
                  <a:pt x="1342836" y="1249089"/>
                </a:cubicBezTo>
                <a:cubicBezTo>
                  <a:pt x="1331059" y="1279763"/>
                  <a:pt x="1300805" y="1310433"/>
                  <a:pt x="1306738" y="1345177"/>
                </a:cubicBezTo>
                <a:cubicBezTo>
                  <a:pt x="1303557" y="1343687"/>
                  <a:pt x="1301735" y="1345624"/>
                  <a:pt x="1300572" y="1349556"/>
                </a:cubicBezTo>
                <a:lnTo>
                  <a:pt x="1299545" y="1357170"/>
                </a:lnTo>
                <a:lnTo>
                  <a:pt x="1303870" y="1361656"/>
                </a:lnTo>
                <a:cubicBezTo>
                  <a:pt x="1318344" y="1380369"/>
                  <a:pt x="1296755" y="1386887"/>
                  <a:pt x="1291699" y="1421105"/>
                </a:cubicBezTo>
                <a:cubicBezTo>
                  <a:pt x="1288206" y="1437353"/>
                  <a:pt x="1272286" y="1493313"/>
                  <a:pt x="1268505" y="1489998"/>
                </a:cubicBezTo>
                <a:lnTo>
                  <a:pt x="1273852" y="1558391"/>
                </a:lnTo>
                <a:cubicBezTo>
                  <a:pt x="1249752" y="1600697"/>
                  <a:pt x="1278105" y="1594593"/>
                  <a:pt x="1269886" y="1634781"/>
                </a:cubicBezTo>
                <a:cubicBezTo>
                  <a:pt x="1260574" y="1657385"/>
                  <a:pt x="1258711" y="1670409"/>
                  <a:pt x="1267725" y="1680343"/>
                </a:cubicBezTo>
                <a:cubicBezTo>
                  <a:pt x="1222526" y="1786031"/>
                  <a:pt x="1264454" y="1728006"/>
                  <a:pt x="1245845" y="1810891"/>
                </a:cubicBezTo>
                <a:cubicBezTo>
                  <a:pt x="1231459" y="1866045"/>
                  <a:pt x="1220375" y="1923519"/>
                  <a:pt x="1197494" y="1985855"/>
                </a:cubicBezTo>
                <a:lnTo>
                  <a:pt x="1180450" y="2025741"/>
                </a:lnTo>
                <a:lnTo>
                  <a:pt x="1180389" y="2031780"/>
                </a:lnTo>
                <a:cubicBezTo>
                  <a:pt x="1179373" y="2043912"/>
                  <a:pt x="1177313" y="2055306"/>
                  <a:pt x="1173755" y="2064932"/>
                </a:cubicBezTo>
                <a:cubicBezTo>
                  <a:pt x="1187987" y="2054984"/>
                  <a:pt x="1167308" y="2109329"/>
                  <a:pt x="1178518" y="2118139"/>
                </a:cubicBezTo>
                <a:cubicBezTo>
                  <a:pt x="1187958" y="2122956"/>
                  <a:pt x="1183883" y="2140566"/>
                  <a:pt x="1185141" y="2154737"/>
                </a:cubicBezTo>
                <a:cubicBezTo>
                  <a:pt x="1193612" y="2166165"/>
                  <a:pt x="1190732" y="2235860"/>
                  <a:pt x="1185020" y="2259305"/>
                </a:cubicBezTo>
                <a:lnTo>
                  <a:pt x="1178049" y="2517573"/>
                </a:lnTo>
                <a:cubicBezTo>
                  <a:pt x="1177128" y="2580363"/>
                  <a:pt x="1171628" y="2600315"/>
                  <a:pt x="1179496" y="2636046"/>
                </a:cubicBezTo>
                <a:cubicBezTo>
                  <a:pt x="1184616" y="2688494"/>
                  <a:pt x="1163332" y="2741828"/>
                  <a:pt x="1192574" y="2780324"/>
                </a:cubicBezTo>
                <a:cubicBezTo>
                  <a:pt x="1179558" y="2884035"/>
                  <a:pt x="1185698" y="2922794"/>
                  <a:pt x="1158036" y="3022588"/>
                </a:cubicBezTo>
                <a:cubicBezTo>
                  <a:pt x="1152947" y="3137700"/>
                  <a:pt x="1151991" y="3299532"/>
                  <a:pt x="1150044" y="3399727"/>
                </a:cubicBezTo>
                <a:cubicBezTo>
                  <a:pt x="1150079" y="3490877"/>
                  <a:pt x="1150115" y="3582027"/>
                  <a:pt x="1150150" y="3673177"/>
                </a:cubicBezTo>
                <a:lnTo>
                  <a:pt x="1151174" y="3675779"/>
                </a:lnTo>
                <a:cubicBezTo>
                  <a:pt x="1153016" y="3688315"/>
                  <a:pt x="1151974" y="3696849"/>
                  <a:pt x="1149664" y="3703595"/>
                </a:cubicBezTo>
                <a:lnTo>
                  <a:pt x="1132881" y="3833633"/>
                </a:lnTo>
                <a:lnTo>
                  <a:pt x="1134815" y="3841018"/>
                </a:lnTo>
                <a:lnTo>
                  <a:pt x="1120250" y="3887430"/>
                </a:lnTo>
                <a:cubicBezTo>
                  <a:pt x="1105791" y="3928762"/>
                  <a:pt x="1111561" y="3966554"/>
                  <a:pt x="1102131" y="4004432"/>
                </a:cubicBezTo>
                <a:cubicBezTo>
                  <a:pt x="1064064" y="4136055"/>
                  <a:pt x="1040701" y="4260393"/>
                  <a:pt x="1023613" y="4326337"/>
                </a:cubicBezTo>
                <a:cubicBezTo>
                  <a:pt x="1011608" y="4366877"/>
                  <a:pt x="986978" y="4380936"/>
                  <a:pt x="978637" y="4400454"/>
                </a:cubicBezTo>
                <a:cubicBezTo>
                  <a:pt x="973638" y="4417006"/>
                  <a:pt x="948720" y="4442947"/>
                  <a:pt x="965082" y="4458968"/>
                </a:cubicBezTo>
                <a:cubicBezTo>
                  <a:pt x="925918" y="4546524"/>
                  <a:pt x="944438" y="4565414"/>
                  <a:pt x="920188" y="4639226"/>
                </a:cubicBezTo>
                <a:lnTo>
                  <a:pt x="742368" y="4844222"/>
                </a:lnTo>
                <a:lnTo>
                  <a:pt x="607456" y="4966224"/>
                </a:lnTo>
                <a:cubicBezTo>
                  <a:pt x="552467" y="5030691"/>
                  <a:pt x="542133" y="5141843"/>
                  <a:pt x="508178" y="5187685"/>
                </a:cubicBezTo>
                <a:lnTo>
                  <a:pt x="534294" y="5284615"/>
                </a:lnTo>
                <a:lnTo>
                  <a:pt x="447707" y="5395474"/>
                </a:lnTo>
                <a:cubicBezTo>
                  <a:pt x="437363" y="5431641"/>
                  <a:pt x="402113" y="5463532"/>
                  <a:pt x="387935" y="5513206"/>
                </a:cubicBezTo>
                <a:cubicBezTo>
                  <a:pt x="364458" y="5574781"/>
                  <a:pt x="356661" y="5518667"/>
                  <a:pt x="292998" y="5606846"/>
                </a:cubicBezTo>
                <a:cubicBezTo>
                  <a:pt x="292067" y="5641050"/>
                  <a:pt x="310984" y="5692261"/>
                  <a:pt x="312720" y="5718432"/>
                </a:cubicBezTo>
                <a:cubicBezTo>
                  <a:pt x="328340" y="5730258"/>
                  <a:pt x="290524" y="5751252"/>
                  <a:pt x="303403" y="5763866"/>
                </a:cubicBezTo>
                <a:lnTo>
                  <a:pt x="274115" y="5897456"/>
                </a:lnTo>
                <a:cubicBezTo>
                  <a:pt x="255595" y="5918965"/>
                  <a:pt x="258427" y="5930296"/>
                  <a:pt x="267877" y="5939124"/>
                </a:cubicBezTo>
                <a:cubicBezTo>
                  <a:pt x="253196" y="5979642"/>
                  <a:pt x="263098" y="6008758"/>
                  <a:pt x="258663" y="6050242"/>
                </a:cubicBezTo>
                <a:cubicBezTo>
                  <a:pt x="229611" y="6103262"/>
                  <a:pt x="288809" y="6073252"/>
                  <a:pt x="283914" y="6117636"/>
                </a:cubicBezTo>
                <a:lnTo>
                  <a:pt x="322438" y="6227890"/>
                </a:lnTo>
                <a:lnTo>
                  <a:pt x="311534" y="6270812"/>
                </a:lnTo>
                <a:lnTo>
                  <a:pt x="280671" y="6223342"/>
                </a:lnTo>
                <a:lnTo>
                  <a:pt x="280789" y="6292076"/>
                </a:lnTo>
                <a:lnTo>
                  <a:pt x="278411" y="6346762"/>
                </a:lnTo>
                <a:cubicBezTo>
                  <a:pt x="249219" y="6408016"/>
                  <a:pt x="195566" y="6376164"/>
                  <a:pt x="196833" y="6404216"/>
                </a:cubicBezTo>
                <a:cubicBezTo>
                  <a:pt x="178751" y="6431680"/>
                  <a:pt x="187838" y="6425066"/>
                  <a:pt x="186183" y="6460270"/>
                </a:cubicBezTo>
                <a:cubicBezTo>
                  <a:pt x="183397" y="6458140"/>
                  <a:pt x="135985" y="6489789"/>
                  <a:pt x="134005" y="6493382"/>
                </a:cubicBezTo>
                <a:lnTo>
                  <a:pt x="131368" y="6500603"/>
                </a:lnTo>
                <a:lnTo>
                  <a:pt x="134632" y="6505906"/>
                </a:lnTo>
                <a:cubicBezTo>
                  <a:pt x="144760" y="6527264"/>
                  <a:pt x="122272" y="6529041"/>
                  <a:pt x="109997" y="6561395"/>
                </a:cubicBezTo>
                <a:cubicBezTo>
                  <a:pt x="103101" y="6576527"/>
                  <a:pt x="100671" y="6627814"/>
                  <a:pt x="97687" y="6623770"/>
                </a:cubicBezTo>
                <a:lnTo>
                  <a:pt x="53082" y="6696748"/>
                </a:lnTo>
                <a:cubicBezTo>
                  <a:pt x="20465" y="6732956"/>
                  <a:pt x="59523" y="6727996"/>
                  <a:pt x="42878" y="6765511"/>
                </a:cubicBezTo>
                <a:cubicBezTo>
                  <a:pt x="28934" y="6785613"/>
                  <a:pt x="24323" y="6797941"/>
                  <a:pt x="30999" y="6809563"/>
                </a:cubicBezTo>
                <a:cubicBezTo>
                  <a:pt x="14295" y="6832974"/>
                  <a:pt x="5105" y="6847546"/>
                  <a:pt x="154" y="6857440"/>
                </a:cubicBezTo>
                <a:lnTo>
                  <a:pt x="0" y="6858000"/>
                </a:lnTo>
                <a:lnTo>
                  <a:pt x="3846377" y="6858000"/>
                </a:lnTo>
                <a:lnTo>
                  <a:pt x="4918634" y="6858000"/>
                </a:lnTo>
                <a:lnTo>
                  <a:pt x="7814528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9965B8-8F4B-3BD7-8570-AFA5074D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7" y="618572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Análise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sazonal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A75DDB-98E1-365E-257D-0ED666867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201" y="4121253"/>
            <a:ext cx="347332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Devido aos altos resíduos, não notamos tendências sazonais significativas nas reclamações à Anatel.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5504CF-B07B-45CD-B2B9-77F91DFDF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5522" y="578738"/>
            <a:ext cx="6596369" cy="5615588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C6F0F1BD-D7E0-40DE-8DBF-8152D3191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5159" y="255475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Espaço Reservado para Conteúdo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D02F9AAA-F1AB-3AA4-B49D-54473E929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899" y="1122831"/>
            <a:ext cx="6129502" cy="458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6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3">
            <a:extLst>
              <a:ext uri="{FF2B5EF4-FFF2-40B4-BE49-F238E27FC236}">
                <a16:creationId xmlns:a16="http://schemas.microsoft.com/office/drawing/2014/main" id="{CD504B3E-2155-480C-A1E5-DBFD02C5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670723-D28F-3FA0-798E-01DA8EE4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Evolução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temporal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marca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A63478-C915-36AF-FD2B-B2064C7F3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9240" y="586822"/>
            <a:ext cx="6007608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É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notar</a:t>
            </a:r>
            <a:r>
              <a:rPr lang="en-US" dirty="0"/>
              <a:t> </a:t>
            </a:r>
            <a:r>
              <a:rPr lang="en-US" dirty="0" err="1"/>
              <a:t>altas</a:t>
            </a:r>
            <a:r>
              <a:rPr lang="en-US" dirty="0"/>
              <a:t> </a:t>
            </a:r>
            <a:r>
              <a:rPr lang="en-US" dirty="0" err="1"/>
              <a:t>correlações</a:t>
            </a:r>
            <a:r>
              <a:rPr lang="en-US" dirty="0"/>
              <a:t> entre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marcas</a:t>
            </a:r>
            <a:r>
              <a:rPr lang="en-US" dirty="0"/>
              <a:t>. Por </a:t>
            </a:r>
            <a:r>
              <a:rPr lang="en-US" dirty="0" err="1"/>
              <a:t>exemplo</a:t>
            </a:r>
            <a:r>
              <a:rPr lang="en-US" dirty="0"/>
              <a:t>, OI, VIVO e SKY. </a:t>
            </a:r>
          </a:p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explicado</a:t>
            </a:r>
            <a:r>
              <a:rPr lang="en-US" dirty="0"/>
              <a:t> pela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infraestrutura</a:t>
            </a:r>
            <a:r>
              <a:rPr lang="en-US" dirty="0"/>
              <a:t> </a:t>
            </a:r>
            <a:r>
              <a:rPr lang="en-US" dirty="0" err="1"/>
              <a:t>compartilhada</a:t>
            </a:r>
            <a:r>
              <a:rPr lang="en-US" dirty="0"/>
              <a:t> entre </a:t>
            </a:r>
            <a:r>
              <a:rPr lang="en-US" dirty="0" err="1"/>
              <a:t>elas</a:t>
            </a:r>
            <a:r>
              <a:rPr lang="en-US" dirty="0"/>
              <a:t>.</a:t>
            </a:r>
          </a:p>
        </p:txBody>
      </p:sp>
      <p:pic>
        <p:nvPicPr>
          <p:cNvPr id="8" name="Imagem 7" descr="Gráfico&#10;&#10;O conteúdo gerado por IA pode estar incorreto.">
            <a:extLst>
              <a:ext uri="{FF2B5EF4-FFF2-40B4-BE49-F238E27FC236}">
                <a16:creationId xmlns:a16="http://schemas.microsoft.com/office/drawing/2014/main" id="{5C5912EA-A962-1C8B-1D88-5CDE8E008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4421"/>
          <a:stretch>
            <a:fillRect/>
          </a:stretch>
        </p:blipFill>
        <p:spPr>
          <a:xfrm>
            <a:off x="557791" y="2734056"/>
            <a:ext cx="4326599" cy="3483864"/>
          </a:xfrm>
          <a:prstGeom prst="rect">
            <a:avLst/>
          </a:prstGeom>
        </p:spPr>
      </p:pic>
      <p:pic>
        <p:nvPicPr>
          <p:cNvPr id="6" name="Espaço Reservado para Conteúdo 5" descr="Gráfico, Gráfico de linhas, Histograma&#10;&#10;O conteúdo gerado por IA pode estar incorreto.">
            <a:extLst>
              <a:ext uri="{FF2B5EF4-FFF2-40B4-BE49-F238E27FC236}">
                <a16:creationId xmlns:a16="http://schemas.microsoft.com/office/drawing/2014/main" id="{18E6C626-064A-1C7B-4560-E706F4231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2"/>
          <a:stretch>
            <a:fillRect/>
          </a:stretch>
        </p:blipFill>
        <p:spPr>
          <a:xfrm>
            <a:off x="5074877" y="2729397"/>
            <a:ext cx="6646980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32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1C8BE4-8F7A-6C08-FAA5-36D070ED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Resultados e Impacto do Projeto</a:t>
            </a:r>
          </a:p>
        </p:txBody>
      </p:sp>
      <p:sp>
        <p:nvSpPr>
          <p:cNvPr id="27" name="Freeform: Shape 2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C23025BF-E614-D5F0-9D8F-25075E0C5A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7752704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137034" y="2061836"/>
          <a:ext cx="9392420" cy="4388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146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434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do Office</vt:lpstr>
      <vt:lpstr>Análise de Manifestações de Consumidores</vt:lpstr>
      <vt:lpstr>GRUPO 4</vt:lpstr>
      <vt:lpstr>Problema e Proposta Analítica</vt:lpstr>
      <vt:lpstr>Identificação de onde o consumidor brasileiro tem tido problemas com os serviços de telecomunicações:</vt:lpstr>
      <vt:lpstr>Foco do estudo por tipo de atendimento</vt:lpstr>
      <vt:lpstr>Distribuição de reclamações por estado</vt:lpstr>
      <vt:lpstr>Mapa geográfico</vt:lpstr>
      <vt:lpstr>Dados utilizados com base na população estimada em 2022 por estado</vt:lpstr>
      <vt:lpstr>Reclamação por habitantes</vt:lpstr>
      <vt:lpstr>Evolução das reclamações</vt:lpstr>
      <vt:lpstr>Análise sazonal</vt:lpstr>
      <vt:lpstr>Evolução temporal por marca</vt:lpstr>
      <vt:lpstr>Resultados e Impacto do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Wildson</dc:creator>
  <cp:lastModifiedBy>David Wildson</cp:lastModifiedBy>
  <cp:revision>1</cp:revision>
  <dcterms:created xsi:type="dcterms:W3CDTF">2025-11-17T10:20:53Z</dcterms:created>
  <dcterms:modified xsi:type="dcterms:W3CDTF">2025-11-17T13:06:17Z</dcterms:modified>
</cp:coreProperties>
</file>